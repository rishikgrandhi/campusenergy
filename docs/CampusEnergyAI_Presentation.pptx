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f4b174ac0443c1" /><Relationship Type="http://schemas.openxmlformats.org/officeDocument/2006/relationships/extended-properties" Target="/docProps/app.xml" Id="R14f48820df2e4f5d" /><Relationship Type="http://schemas.openxmlformats.org/officeDocument/2006/relationships/officeDocument" Target="/ppt/presentation.xml" Id="Rc8a9243b405d4c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2bab1dcdc4d0f"/>
  </p:sldMasterIdLst>
  <p:notesMasterIdLst>
    <p:notesMasterId xmlns:r="http://schemas.openxmlformats.org/officeDocument/2006/relationships" r:id="R6db5a2df795a4932"/>
  </p:notesMasterIdLst>
  <p:sldIdLst>
    <p:sldId xmlns:r="http://schemas.openxmlformats.org/officeDocument/2006/relationships" id="256" r:id="Re7f67820f3ca4058"/>
    <p:sldId xmlns:r="http://schemas.openxmlformats.org/officeDocument/2006/relationships" id="257" r:id="R34e89095de504aca"/>
    <p:sldId xmlns:r="http://schemas.openxmlformats.org/officeDocument/2006/relationships" id="258" r:id="R9e872f6be31c4070"/>
    <p:sldId xmlns:r="http://schemas.openxmlformats.org/officeDocument/2006/relationships" id="259" r:id="R1dc4b015effa4901"/>
    <p:sldId xmlns:r="http://schemas.openxmlformats.org/officeDocument/2006/relationships" id="260" r:id="R2ef2d8c184474c8e"/>
    <p:sldId xmlns:r="http://schemas.openxmlformats.org/officeDocument/2006/relationships" id="261" r:id="R2388449bcac64dfe"/>
    <p:sldId xmlns:r="http://schemas.openxmlformats.org/officeDocument/2006/relationships" id="262" r:id="Rf127670ecfdf426a"/>
    <p:sldId xmlns:r="http://schemas.openxmlformats.org/officeDocument/2006/relationships" id="263" r:id="Rfddd4069025843d4"/>
    <p:sldId xmlns:r="http://schemas.openxmlformats.org/officeDocument/2006/relationships" id="264" r:id="R1e9118091fac4dc0"/>
    <p:sldId xmlns:r="http://schemas.openxmlformats.org/officeDocument/2006/relationships" id="265" r:id="R109f003671d64968"/>
    <p:sldId xmlns:r="http://schemas.openxmlformats.org/officeDocument/2006/relationships" id="266" r:id="Rf954eb4d3a1e4b92"/>
    <p:sldId xmlns:r="http://schemas.openxmlformats.org/officeDocument/2006/relationships" id="267" r:id="R6459026c34ee447c"/>
    <p:sldId xmlns:r="http://schemas.openxmlformats.org/officeDocument/2006/relationships" id="268" r:id="R9c7e8713f6784497"/>
    <p:sldId xmlns:r="http://schemas.openxmlformats.org/officeDocument/2006/relationships" id="269" r:id="R9e2446c3287d4f78"/>
    <p:sldId xmlns:r="http://schemas.openxmlformats.org/officeDocument/2006/relationships" id="270" r:id="Rba02d04b0c5a4ab5"/>
    <p:sldId xmlns:r="http://schemas.openxmlformats.org/officeDocument/2006/relationships" id="271" r:id="Rff5c476a0e1044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0ae110aa0642ef" /><Relationship Type="http://schemas.openxmlformats.org/officeDocument/2006/relationships/slideMaster" Target="/ppt/slideMasters/slideMaster1.xml" Id="Reb62bab1dcdc4d0f" /><Relationship Type="http://schemas.openxmlformats.org/officeDocument/2006/relationships/notesMaster" Target="/ppt/notesMasters/notesMaster1.xml" Id="R6db5a2df795a4932" /><Relationship Type="http://schemas.openxmlformats.org/officeDocument/2006/relationships/presProps" Target="/ppt/presProps.xml" Id="Raedf245e60d643ad" /><Relationship Type="http://schemas.openxmlformats.org/officeDocument/2006/relationships/tableStyles" Target="/ppt/tableStyles.xml" Id="R6cbf6028660945e8" /><Relationship Type="http://schemas.openxmlformats.org/officeDocument/2006/relationships/slide" Target="/ppt/slides/slide1.xml" Id="Re7f67820f3ca4058" /><Relationship Type="http://schemas.openxmlformats.org/officeDocument/2006/relationships/slide" Target="/ppt/slides/slide2.xml" Id="R34e89095de504aca" /><Relationship Type="http://schemas.openxmlformats.org/officeDocument/2006/relationships/slide" Target="/ppt/slides/slide3.xml" Id="R9e872f6be31c4070" /><Relationship Type="http://schemas.openxmlformats.org/officeDocument/2006/relationships/slide" Target="/ppt/slides/slide4.xml" Id="R1dc4b015effa4901" /><Relationship Type="http://schemas.openxmlformats.org/officeDocument/2006/relationships/slide" Target="/ppt/slides/slide5.xml" Id="R2ef2d8c184474c8e" /><Relationship Type="http://schemas.openxmlformats.org/officeDocument/2006/relationships/slide" Target="/ppt/slides/slide6.xml" Id="R2388449bcac64dfe" /><Relationship Type="http://schemas.openxmlformats.org/officeDocument/2006/relationships/slide" Target="/ppt/slides/slide7.xml" Id="Rf127670ecfdf426a" /><Relationship Type="http://schemas.openxmlformats.org/officeDocument/2006/relationships/slide" Target="/ppt/slides/slide8.xml" Id="Rfddd4069025843d4" /><Relationship Type="http://schemas.openxmlformats.org/officeDocument/2006/relationships/slide" Target="/ppt/slides/slide9.xml" Id="R1e9118091fac4dc0" /><Relationship Type="http://schemas.openxmlformats.org/officeDocument/2006/relationships/slide" Target="/ppt/slides/slide10.xml" Id="R109f003671d64968" /><Relationship Type="http://schemas.openxmlformats.org/officeDocument/2006/relationships/slide" Target="/ppt/slides/slide11.xml" Id="Rf954eb4d3a1e4b92" /><Relationship Type="http://schemas.openxmlformats.org/officeDocument/2006/relationships/slide" Target="/ppt/slides/slide12.xml" Id="R6459026c34ee447c" /><Relationship Type="http://schemas.openxmlformats.org/officeDocument/2006/relationships/slide" Target="/ppt/slides/slide13.xml" Id="R9c7e8713f6784497" /><Relationship Type="http://schemas.openxmlformats.org/officeDocument/2006/relationships/slide" Target="/ppt/slides/slide14.xml" Id="R9e2446c3287d4f78" /><Relationship Type="http://schemas.openxmlformats.org/officeDocument/2006/relationships/slide" Target="/ppt/slides/slide15.xml" Id="Rba02d04b0c5a4ab5" /><Relationship Type="http://schemas.openxmlformats.org/officeDocument/2006/relationships/slide" Target="/ppt/slides/slide16.xml" Id="Rff5c476a0e1044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5130df4f9c4d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63b359598640d6" /><Relationship Type="http://schemas.openxmlformats.org/officeDocument/2006/relationships/notesMaster" Target="/ppt/notesMasters/notesMaster1.xml" Id="R74dbeee1f98345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3c0828c07342be" /><Relationship Type="http://schemas.openxmlformats.org/officeDocument/2006/relationships/notesMaster" Target="/ppt/notesMasters/notesMaster1.xml" Id="Rbad4e775a6814c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837b6bca3b4ab0" /><Relationship Type="http://schemas.openxmlformats.org/officeDocument/2006/relationships/notesMaster" Target="/ppt/notesMasters/notesMaster1.xml" Id="Rf5981b35c4b74a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f6d0069ba04ebb" /><Relationship Type="http://schemas.openxmlformats.org/officeDocument/2006/relationships/notesMaster" Target="/ppt/notesMasters/notesMaster1.xml" Id="R683281a41b0644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968056cc384fb7" /><Relationship Type="http://schemas.openxmlformats.org/officeDocument/2006/relationships/notesMaster" Target="/ppt/notesMasters/notesMaster1.xml" Id="R7464fe45c22e4a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4e890d4e194cea" /><Relationship Type="http://schemas.openxmlformats.org/officeDocument/2006/relationships/notesMaster" Target="/ppt/notesMasters/notesMaster1.xml" Id="Rac5df269809b4b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b059150bad4f7c" /><Relationship Type="http://schemas.openxmlformats.org/officeDocument/2006/relationships/notesMaster" Target="/ppt/notesMasters/notesMaster1.xml" Id="R4487e7c0e1cb44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48227dfb264b70" /><Relationship Type="http://schemas.openxmlformats.org/officeDocument/2006/relationships/notesMaster" Target="/ppt/notesMasters/notesMaster1.xml" Id="R7e44ffb0276e47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b69fe684824aba" /><Relationship Type="http://schemas.openxmlformats.org/officeDocument/2006/relationships/notesMaster" Target="/ppt/notesMasters/notesMaster1.xml" Id="R73b61195ed2c4c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83cffd2fa44ada" /><Relationship Type="http://schemas.openxmlformats.org/officeDocument/2006/relationships/notesMaster" Target="/ppt/notesMasters/notesMaster1.xml" Id="R9d5d1e98083c45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e242d559314164" /><Relationship Type="http://schemas.openxmlformats.org/officeDocument/2006/relationships/notesMaster" Target="/ppt/notesMasters/notesMaster1.xml" Id="Ra1f84da15b2d4e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bf801961eb4f01" /><Relationship Type="http://schemas.openxmlformats.org/officeDocument/2006/relationships/notesMaster" Target="/ppt/notesMasters/notesMaster1.xml" Id="R7b8c68f2984045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6aebb973e247d0" /><Relationship Type="http://schemas.openxmlformats.org/officeDocument/2006/relationships/notesMaster" Target="/ppt/notesMasters/notesMaster1.xml" Id="R3e9fb527951a4a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26a7510ed44fb8" /><Relationship Type="http://schemas.openxmlformats.org/officeDocument/2006/relationships/notesMaster" Target="/ppt/notesMasters/notesMaster1.xml" Id="R47d29ae4317a49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7087e24e4a4c14" /><Relationship Type="http://schemas.openxmlformats.org/officeDocument/2006/relationships/notesMaster" Target="/ppt/notesMasters/notesMaster1.xml" Id="R56453e1c3b5442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89be0c9b8d4682" /><Relationship Type="http://schemas.openxmlformats.org/officeDocument/2006/relationships/notesMaster" Target="/ppt/notesMasters/notesMaster1.xml" Id="R73b4e8d6fd2548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e11a5ddaf47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4860b253e4b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07b5193794b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a4a0576c84b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945af2c634f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d0ffad838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9D63EA-4E58-444A-BCBF-2E98387FE0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DA9EAD-6869-4BFD-91A8-A2DA81A57A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714075-8B17-48ED-B73D-A384B37771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D161CB-672B-431F-861A-BFB05A88A4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89228C-458C-450B-A70A-07F83694D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393660-C9DC-49AC-970B-EEC771D3A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BA6D7F-79E3-4060-B7BB-957ABF9864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75B0D8-D4B0-48A6-8728-8F24337ACB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CF2AA3-36ED-47CB-B505-15840E4032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082A35-134A-4941-9EBC-428DDD1093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dd8682282a44c3" /><Relationship Type="http://schemas.openxmlformats.org/officeDocument/2006/relationships/slideLayout" Target="/ppt/slideLayouts/slideLayout1.xml" Id="Ree89c15e06084205" /><Relationship Type="http://schemas.openxmlformats.org/officeDocument/2006/relationships/slideLayout" Target="/ppt/slideLayouts/slideLayout2.xml" Id="R9d2d0e5e2c4543e6" /><Relationship Type="http://schemas.openxmlformats.org/officeDocument/2006/relationships/slideLayout" Target="/ppt/slideLayouts/slideLayout3.xml" Id="Rf6f05260ac824673" /><Relationship Type="http://schemas.openxmlformats.org/officeDocument/2006/relationships/slideLayout" Target="/ppt/slideLayouts/slideLayout4.xml" Id="R4e7eb06ccea5428e" /><Relationship Type="http://schemas.openxmlformats.org/officeDocument/2006/relationships/slideLayout" Target="/ppt/slideLayouts/slideLayout5.xml" Id="R9a413f38742d4607" /><Relationship Type="http://schemas.openxmlformats.org/officeDocument/2006/relationships/slideLayout" Target="/ppt/slideLayouts/slideLayout6.xml" Id="R439a80544876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89c15e06084205"/>
    <p:sldLayoutId xmlns:r="http://schemas.openxmlformats.org/officeDocument/2006/relationships" id="2147483650" r:id="R9d2d0e5e2c4543e6"/>
    <p:sldLayoutId xmlns:r="http://schemas.openxmlformats.org/officeDocument/2006/relationships" id="2147483651" r:id="Rf6f05260ac824673"/>
    <p:sldLayoutId xmlns:r="http://schemas.openxmlformats.org/officeDocument/2006/relationships" id="2147483652" r:id="R4e7eb06ccea5428e"/>
    <p:sldLayoutId xmlns:r="http://schemas.openxmlformats.org/officeDocument/2006/relationships" id="2147483653" r:id="R9a413f38742d4607"/>
    <p:sldLayoutId xmlns:r="http://schemas.openxmlformats.org/officeDocument/2006/relationships" id="2147483654" r:id="R439a805448764c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efc733f5d47be" /><Relationship Type="http://schemas.openxmlformats.org/officeDocument/2006/relationships/image" Target="/ppt/media/image.png" Id="R5aa8afb31b644aff" /><Relationship Type="http://schemas.openxmlformats.org/officeDocument/2006/relationships/notesSlide" Target="/ppt/notesSlides/notesSlide1.xml" Id="Raad7df08775d4f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a9da951574c29" /><Relationship Type="http://schemas.openxmlformats.org/officeDocument/2006/relationships/notesSlide" Target="/ppt/notesSlides/notesSlide2.xml" Id="Rb0c7a1b02db34c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39419a06246ef" /><Relationship Type="http://schemas.openxmlformats.org/officeDocument/2006/relationships/notesSlide" Target="/ppt/notesSlides/notesSlide3.xml" Id="R9448ab58cd524c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034fb4b4a84ab0" /><Relationship Type="http://schemas.openxmlformats.org/officeDocument/2006/relationships/notesSlide" Target="/ppt/notesSlides/notesSlide4.xml" Id="R41f77d32ca8f42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eca8ce80b407e" /><Relationship Type="http://schemas.openxmlformats.org/officeDocument/2006/relationships/image" Target="/ppt/media/image2.png" Id="R80276b5a42624a13" /><Relationship Type="http://schemas.openxmlformats.org/officeDocument/2006/relationships/notesSlide" Target="/ppt/notesSlides/notesSlide5.xml" Id="Reed1edc8a37d40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779c00852e427b" /><Relationship Type="http://schemas.openxmlformats.org/officeDocument/2006/relationships/notesSlide" Target="/ppt/notesSlides/notesSlide6.xml" Id="R65e06e5661174d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e5410b4f74d24" /><Relationship Type="http://schemas.openxmlformats.org/officeDocument/2006/relationships/notesSlide" Target="/ppt/notesSlides/notesSlide7.xml" Id="R4472e3b6fc3f4e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fa364e9754015" /><Relationship Type="http://schemas.openxmlformats.org/officeDocument/2006/relationships/notesSlide" Target="/ppt/notesSlides/notesSlide8.xml" Id="R090c2fa59e4442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bd329853f4d8b" /><Relationship Type="http://schemas.openxmlformats.org/officeDocument/2006/relationships/chart" Target="/ppt/slides/charts/chart1.xml" Id="Rea4551f5daf442e1" /><Relationship Type="http://schemas.openxmlformats.org/officeDocument/2006/relationships/notesSlide" Target="/ppt/notesSlides/notesSlide9.xml" Id="Rb10666a084b54d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6f61e24584f2a" /><Relationship Type="http://schemas.openxmlformats.org/officeDocument/2006/relationships/image" Target="/ppt/media/image.jpeg" Id="R8ff54440f6fe4b63" /><Relationship Type="http://schemas.openxmlformats.org/officeDocument/2006/relationships/notesSlide" Target="/ppt/notesSlides/notesSlide10.xml" Id="Rce95aeb0766f48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75a74a32f4859" /><Relationship Type="http://schemas.openxmlformats.org/officeDocument/2006/relationships/image" Target="/ppt/media/image3.png" Id="R9963463fea20423e" /><Relationship Type="http://schemas.openxmlformats.org/officeDocument/2006/relationships/notesSlide" Target="/ppt/notesSlides/notesSlide11.xml" Id="Rde693e14bb3047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739cd52e7416b" /><Relationship Type="http://schemas.openxmlformats.org/officeDocument/2006/relationships/notesSlide" Target="/ppt/notesSlides/notesSlide12.xml" Id="Rc4c777b25d1047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257c5283c340e8" /><Relationship Type="http://schemas.openxmlformats.org/officeDocument/2006/relationships/image" Target="/ppt/media/image2.jpeg" Id="Rb755d0309fc148f6" /><Relationship Type="http://schemas.openxmlformats.org/officeDocument/2006/relationships/notesSlide" Target="/ppt/notesSlides/notesSlide13.xml" Id="Rbd03b03b480243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ee22fe7504c3b" /><Relationship Type="http://schemas.openxmlformats.org/officeDocument/2006/relationships/notesSlide" Target="/ppt/notesSlides/notesSlide14.xml" Id="Rbbfbd3eb6db742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9d467491c4e73" /><Relationship Type="http://schemas.openxmlformats.org/officeDocument/2006/relationships/notesSlide" Target="/ppt/notesSlides/notesSlide15.xml" Id="Ra928a18c206741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792d7eb9547a2" /><Relationship Type="http://schemas.openxmlformats.org/officeDocument/2006/relationships/notesSlide" Target="/ppt/notesSlides/notesSlide16.xml" Id="Racc500fa9cf04e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6324F"/>
                </a:solidFill>
              </a:rPr>
              <a:t>Untouched final test · 624 hourly rows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6324F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Previous-day baseline</c:v>
          </c:tx>
          <c:spPr>
            <a:solidFill xmlns:a="http://schemas.openxmlformats.org/drawingml/2006/main">
              <a:srgbClr val="E66C5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9.2585</c:v>
                </c:pt>
                <c:pt idx="1">
                  <c:v>16.7316</c:v>
                </c:pt>
              </c:numCache>
            </c:numRef>
          </c:val>
        </c:ser>
        <c:ser>
          <c:idx val="1"/>
          <c:order val="1"/>
          <c:tx>
            <c:v>Selected ML</c:v>
          </c:tx>
          <c:spPr>
            <a:solidFill xmlns:a="http://schemas.openxmlformats.org/drawingml/2006/main">
              <a:srgbClr val="159D9A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2.9061</c:v>
                </c:pt>
                <c:pt idx="1">
                  <c:v>5.3521</c:v>
                </c:pt>
              </c:numCache>
            </c:numRef>
          </c:val>
        </c:ser>
        <c:dLbls>
          <c:numFmt formatCode="0.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8D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8DE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1EDB0-1B90-4D37-836F-2D1F9666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59D9A"/>
                </a:solidFill>
              </a:defRPr>
            </a:defPPr>
            <a:lvl1pPr algn="l">
              <a:defRPr sz="975" b="1">
                <a:solidFill>
                  <a:srgbClr val="159D9A"/>
                </a:solidFill>
              </a:defRPr>
            </a:lvl1pPr>
            <a:lvl2pPr algn="l">
              <a:defRPr sz="975" b="1">
                <a:solidFill>
                  <a:srgbClr val="159D9A"/>
                </a:solidFill>
              </a:defRPr>
            </a:lvl2pPr>
            <a:lvl3pPr algn="l">
              <a:defRPr sz="975" b="1">
                <a:solidFill>
                  <a:srgbClr val="159D9A"/>
                </a:solidFill>
              </a:defRPr>
            </a:lvl3pPr>
            <a:lvl4pPr algn="l">
              <a:defRPr sz="975" b="1">
                <a:solidFill>
                  <a:srgbClr val="159D9A"/>
                </a:solidFill>
              </a:defRPr>
            </a:lvl4pPr>
            <a:lvl5pPr algn="l">
              <a:defRPr sz="975" b="1">
                <a:solidFill>
                  <a:srgbClr val="159D9A"/>
                </a:solidFill>
              </a:defRPr>
            </a:lvl5pPr>
            <a:lvl6pPr algn="l">
              <a:defRPr sz="975" b="1">
                <a:solidFill>
                  <a:srgbClr val="159D9A"/>
                </a:solidFill>
              </a:defRPr>
            </a:lvl6pPr>
            <a:lvl7pPr algn="l">
              <a:defRPr sz="975" b="1">
                <a:solidFill>
                  <a:srgbClr val="159D9A"/>
                </a:solidFill>
              </a:defRPr>
            </a:lvl7pPr>
            <a:lvl8pPr algn="l">
              <a:defRPr sz="975" b="1">
                <a:solidFill>
                  <a:srgbClr val="159D9A"/>
                </a:solidFill>
              </a:defRPr>
            </a:lvl8pPr>
            <a:lvl9pPr algn="l">
              <a:defRPr sz="975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59D9A"/>
                </a:solidFill>
              </a:defRPr>
            </a:pPr>
            <a:r>
              <a:rPr sz="975" b="1">
                <a:solidFill>
                  <a:srgbClr val="159D9A"/>
                </a:solidFill>
              </a:rPr>
              <a:t>CAMPUS ENERGY · DECISION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56CB7-978A-4F7F-98B3-F2FD12BF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  <a:lvl1pPr algn="l">
              <a:defRPr sz="3750" b="1">
                <a:solidFill>
                  <a:srgbClr val="FFFFFF"/>
                </a:solidFill>
              </a:defRPr>
            </a:lvl1pPr>
            <a:lvl2pPr algn="l">
              <a:defRPr sz="3750" b="1">
                <a:solidFill>
                  <a:srgbClr val="FFFFFF"/>
                </a:solidFill>
              </a:defRPr>
            </a:lvl2pPr>
            <a:lvl3pPr algn="l">
              <a:defRPr sz="3750" b="1">
                <a:solidFill>
                  <a:srgbClr val="FFFFFF"/>
                </a:solidFill>
              </a:defRPr>
            </a:lvl3pPr>
            <a:lvl4pPr algn="l">
              <a:defRPr sz="3750" b="1">
                <a:solidFill>
                  <a:srgbClr val="FFFFFF"/>
                </a:solidFill>
              </a:defRPr>
            </a:lvl4pPr>
            <a:lvl5pPr algn="l">
              <a:defRPr sz="3750" b="1">
                <a:solidFill>
                  <a:srgbClr val="FFFFFF"/>
                </a:solidFill>
              </a:defRPr>
            </a:lvl5pPr>
            <a:lvl6pPr algn="l">
              <a:defRPr sz="3750" b="1">
                <a:solidFill>
                  <a:srgbClr val="FFFFFF"/>
                </a:solidFill>
              </a:defRPr>
            </a:lvl6pPr>
            <a:lvl7pPr algn="l">
              <a:defRPr sz="3750" b="1">
                <a:solidFill>
                  <a:srgbClr val="FFFFFF"/>
                </a:solidFill>
              </a:defRPr>
            </a:lvl7pPr>
            <a:lvl8pPr algn="l">
              <a:defRPr sz="3750" b="1">
                <a:solidFill>
                  <a:srgbClr val="FFFFFF"/>
                </a:solidFill>
              </a:defRPr>
            </a:lvl8pPr>
            <a:lvl9pPr algn="l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CampusEnergy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D3073-FF36-4B63-A674-217AADFD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DCEFFA"/>
                </a:solidFill>
              </a:defRPr>
            </a:defPPr>
            <a:lvl1pPr algn="l">
              <a:defRPr sz="2100" b="1">
                <a:solidFill>
                  <a:srgbClr val="DCEFFA"/>
                </a:solidFill>
              </a:defRPr>
            </a:lvl1pPr>
            <a:lvl2pPr algn="l">
              <a:defRPr sz="2100" b="1">
                <a:solidFill>
                  <a:srgbClr val="DCEFFA"/>
                </a:solidFill>
              </a:defRPr>
            </a:lvl2pPr>
            <a:lvl3pPr algn="l">
              <a:defRPr sz="2100" b="1">
                <a:solidFill>
                  <a:srgbClr val="DCEFFA"/>
                </a:solidFill>
              </a:defRPr>
            </a:lvl3pPr>
            <a:lvl4pPr algn="l">
              <a:defRPr sz="2100" b="1">
                <a:solidFill>
                  <a:srgbClr val="DCEFFA"/>
                </a:solidFill>
              </a:defRPr>
            </a:lvl4pPr>
            <a:lvl5pPr algn="l">
              <a:defRPr sz="2100" b="1">
                <a:solidFill>
                  <a:srgbClr val="DCEFFA"/>
                </a:solidFill>
              </a:defRPr>
            </a:lvl5pPr>
            <a:lvl6pPr algn="l">
              <a:defRPr sz="2100" b="1">
                <a:solidFill>
                  <a:srgbClr val="DCEFFA"/>
                </a:solidFill>
              </a:defRPr>
            </a:lvl6pPr>
            <a:lvl7pPr algn="l">
              <a:defRPr sz="2100" b="1">
                <a:solidFill>
                  <a:srgbClr val="DCEFFA"/>
                </a:solidFill>
              </a:defRPr>
            </a:lvl7pPr>
            <a:lvl8pPr algn="l">
              <a:defRPr sz="2100" b="1">
                <a:solidFill>
                  <a:srgbClr val="DCEFFA"/>
                </a:solidFill>
              </a:defRPr>
            </a:lvl8pPr>
            <a:lvl9pPr algn="l">
              <a:defRPr sz="2100" b="1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CEFFA"/>
                </a:solidFill>
              </a:defRPr>
            </a:pPr>
            <a:r>
              <a:rPr sz="2100" b="1">
                <a:solidFill>
                  <a:srgbClr val="DCEFFA"/>
                </a:solidFill>
              </a:rPr>
              <a:t>24-Hour Campus Energy</a:t>
            </a:r>
          </a:p>
          <a:p xmlns:a="http://schemas.openxmlformats.org/drawingml/2006/main">
            <a:pPr algn="l">
              <a:defRPr sz="2100" b="1">
                <a:solidFill>
                  <a:srgbClr val="DCEFFA"/>
                </a:solidFill>
              </a:defRPr>
            </a:pPr>
            <a:r>
              <a:rPr sz="2100" b="1">
                <a:solidFill>
                  <a:srgbClr val="DCEFFA"/>
                </a:solidFill>
              </a:rPr>
              <a:t>Forecasting &amp; Decision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FCCFA-81F6-46D2-90A8-F2C8E89F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C7D4DD"/>
                </a:solidFill>
              </a:defRPr>
            </a:defPPr>
            <a:lvl1pPr algn="l">
              <a:defRPr sz="1500" b="0">
                <a:solidFill>
                  <a:srgbClr val="C7D4DD"/>
                </a:solidFill>
              </a:defRPr>
            </a:lvl1pPr>
            <a:lvl2pPr algn="l">
              <a:defRPr sz="1500" b="0">
                <a:solidFill>
                  <a:srgbClr val="C7D4DD"/>
                </a:solidFill>
              </a:defRPr>
            </a:lvl2pPr>
            <a:lvl3pPr algn="l">
              <a:defRPr sz="1500" b="0">
                <a:solidFill>
                  <a:srgbClr val="C7D4DD"/>
                </a:solidFill>
              </a:defRPr>
            </a:lvl3pPr>
            <a:lvl4pPr algn="l">
              <a:defRPr sz="1500" b="0">
                <a:solidFill>
                  <a:srgbClr val="C7D4DD"/>
                </a:solidFill>
              </a:defRPr>
            </a:lvl4pPr>
            <a:lvl5pPr algn="l">
              <a:defRPr sz="1500" b="0">
                <a:solidFill>
                  <a:srgbClr val="C7D4DD"/>
                </a:solidFill>
              </a:defRPr>
            </a:lvl5pPr>
            <a:lvl6pPr algn="l">
              <a:defRPr sz="1500" b="0">
                <a:solidFill>
                  <a:srgbClr val="C7D4DD"/>
                </a:solidFill>
              </a:defRPr>
            </a:lvl6pPr>
            <a:lvl7pPr algn="l">
              <a:defRPr sz="1500" b="0">
                <a:solidFill>
                  <a:srgbClr val="C7D4DD"/>
                </a:solidFill>
              </a:defRPr>
            </a:lvl7pPr>
            <a:lvl8pPr algn="l">
              <a:defRPr sz="1500" b="0">
                <a:solidFill>
                  <a:srgbClr val="C7D4DD"/>
                </a:solidFill>
              </a:defRPr>
            </a:lvl8pPr>
            <a:lvl9pPr algn="l">
              <a:defRPr sz="1500" b="0">
                <a:solidFill>
                  <a:srgbClr val="C7D4DD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7D4DD"/>
                </a:solidFill>
              </a:defRPr>
            </a:pPr>
            <a:r>
              <a:rPr sz="1500" b="0">
                <a:solidFill>
                  <a:srgbClr val="C7D4DD"/>
                </a:solidFill>
              </a:rPr>
              <a:t>Forecast demand. Detect peaks. Support smarter energy decisions.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3E8A5-6803-403D-8E92-23EBF46D03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8afb31b644aff"/>
          <a:stretch xmlns:a="http://schemas.openxmlformats.org/drawingml/2006/main"/>
        </p:blipFill>
        <p:spPr>
          <a:xfrm xmlns:a="http://schemas.openxmlformats.org/drawingml/2006/main">
            <a:off x="7124700" y="1419527"/>
            <a:ext cx="4495800" cy="28187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82FF4-F165-419B-81D0-135689BA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B4C85-147C-4E06-9EDD-0866262A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E8B74"/>
                </a:solidFill>
              </a:defRPr>
            </a:defPPr>
            <a:lvl1pPr algn="ctr">
              <a:defRPr sz="1050" b="1">
                <a:solidFill>
                  <a:srgbClr val="2E8B74"/>
                </a:solidFill>
              </a:defRPr>
            </a:lvl1pPr>
            <a:lvl2pPr algn="ctr">
              <a:defRPr sz="1050" b="1">
                <a:solidFill>
                  <a:srgbClr val="2E8B74"/>
                </a:solidFill>
              </a:defRPr>
            </a:lvl2pPr>
            <a:lvl3pPr algn="ctr">
              <a:defRPr sz="1050" b="1">
                <a:solidFill>
                  <a:srgbClr val="2E8B74"/>
                </a:solidFill>
              </a:defRPr>
            </a:lvl3pPr>
            <a:lvl4pPr algn="ctr">
              <a:defRPr sz="1050" b="1">
                <a:solidFill>
                  <a:srgbClr val="2E8B74"/>
                </a:solidFill>
              </a:defRPr>
            </a:lvl4pPr>
            <a:lvl5pPr algn="ctr">
              <a:defRPr sz="1050" b="1">
                <a:solidFill>
                  <a:srgbClr val="2E8B74"/>
                </a:solidFill>
              </a:defRPr>
            </a:lvl5pPr>
            <a:lvl6pPr algn="ctr">
              <a:defRPr sz="1050" b="1">
                <a:solidFill>
                  <a:srgbClr val="2E8B74"/>
                </a:solidFill>
              </a:defRPr>
            </a:lvl6pPr>
            <a:lvl7pPr algn="ctr">
              <a:defRPr sz="1050" b="1">
                <a:solidFill>
                  <a:srgbClr val="2E8B74"/>
                </a:solidFill>
              </a:defRPr>
            </a:lvl7pPr>
            <a:lvl8pPr algn="ctr">
              <a:defRPr sz="1050" b="1">
                <a:solidFill>
                  <a:srgbClr val="2E8B74"/>
                </a:solidFill>
              </a:defRPr>
            </a:lvl8pPr>
            <a:lvl9pPr algn="ctr">
              <a:defRPr sz="10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E8B74"/>
                </a:solidFill>
              </a:defRPr>
            </a:pPr>
            <a:r>
              <a:rPr sz="1050" b="1">
                <a:solidFill>
                  <a:srgbClr val="2E8B74"/>
                </a:solidFill>
              </a:rPr>
              <a:t>WORKING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2D8B1-A616-4FA8-975E-41A27FEC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244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AA097-7FF4-4210-A567-28206647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52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324F"/>
                </a:solidFill>
              </a:defRPr>
            </a:defPPr>
            <a:lvl1pPr algn="ctr">
              <a:defRPr sz="1050" b="1">
                <a:solidFill>
                  <a:srgbClr val="16324F"/>
                </a:solidFill>
              </a:defRPr>
            </a:lvl1pPr>
            <a:lvl2pPr algn="ctr">
              <a:defRPr sz="1050" b="1">
                <a:solidFill>
                  <a:srgbClr val="16324F"/>
                </a:solidFill>
              </a:defRPr>
            </a:lvl2pPr>
            <a:lvl3pPr algn="ctr">
              <a:defRPr sz="1050" b="1">
                <a:solidFill>
                  <a:srgbClr val="16324F"/>
                </a:solidFill>
              </a:defRPr>
            </a:lvl3pPr>
            <a:lvl4pPr algn="ctr">
              <a:defRPr sz="1050" b="1">
                <a:solidFill>
                  <a:srgbClr val="16324F"/>
                </a:solidFill>
              </a:defRPr>
            </a:lvl4pPr>
            <a:lvl5pPr algn="ctr">
              <a:defRPr sz="1050" b="1">
                <a:solidFill>
                  <a:srgbClr val="16324F"/>
                </a:solidFill>
              </a:defRPr>
            </a:lvl5pPr>
            <a:lvl6pPr algn="ctr">
              <a:defRPr sz="1050" b="1">
                <a:solidFill>
                  <a:srgbClr val="16324F"/>
                </a:solidFill>
              </a:defRPr>
            </a:lvl6pPr>
            <a:lvl7pPr algn="ctr">
              <a:defRPr sz="1050" b="1">
                <a:solidFill>
                  <a:srgbClr val="16324F"/>
                </a:solidFill>
              </a:defRPr>
            </a:lvl7pPr>
            <a:lvl8pPr algn="ctr">
              <a:defRPr sz="1050" b="1">
                <a:solidFill>
                  <a:srgbClr val="16324F"/>
                </a:solidFill>
              </a:defRPr>
            </a:lvl8pPr>
            <a:lvl9pPr algn="ctr">
              <a:defRPr sz="10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324F"/>
                </a:solidFill>
              </a:defRPr>
            </a:pPr>
            <a:r>
              <a:rPr sz="1050" b="1">
                <a:solidFill>
                  <a:srgbClr val="16324F"/>
                </a:solidFill>
              </a:rPr>
              <a:t>HUMAN IN THE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7B158-A4E3-4D0D-9526-3D8D72A0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B8C7D1"/>
                </a:solidFill>
              </a:defRPr>
            </a:defPPr>
            <a:lvl1pPr algn="l">
              <a:defRPr sz="975" b="0">
                <a:solidFill>
                  <a:srgbClr val="B8C7D1"/>
                </a:solidFill>
              </a:defRPr>
            </a:lvl1pPr>
            <a:lvl2pPr algn="l">
              <a:defRPr sz="975" b="0">
                <a:solidFill>
                  <a:srgbClr val="B8C7D1"/>
                </a:solidFill>
              </a:defRPr>
            </a:lvl2pPr>
            <a:lvl3pPr algn="l">
              <a:defRPr sz="975" b="0">
                <a:solidFill>
                  <a:srgbClr val="B8C7D1"/>
                </a:solidFill>
              </a:defRPr>
            </a:lvl3pPr>
            <a:lvl4pPr algn="l">
              <a:defRPr sz="975" b="0">
                <a:solidFill>
                  <a:srgbClr val="B8C7D1"/>
                </a:solidFill>
              </a:defRPr>
            </a:lvl4pPr>
            <a:lvl5pPr algn="l">
              <a:defRPr sz="975" b="0">
                <a:solidFill>
                  <a:srgbClr val="B8C7D1"/>
                </a:solidFill>
              </a:defRPr>
            </a:lvl5pPr>
            <a:lvl6pPr algn="l">
              <a:defRPr sz="975" b="0">
                <a:solidFill>
                  <a:srgbClr val="B8C7D1"/>
                </a:solidFill>
              </a:defRPr>
            </a:lvl6pPr>
            <a:lvl7pPr algn="l">
              <a:defRPr sz="975" b="0">
                <a:solidFill>
                  <a:srgbClr val="B8C7D1"/>
                </a:solidFill>
              </a:defRPr>
            </a:lvl7pPr>
            <a:lvl8pPr algn="l">
              <a:defRPr sz="975" b="0">
                <a:solidFill>
                  <a:srgbClr val="B8C7D1"/>
                </a:solidFill>
              </a:defRPr>
            </a:lvl8pPr>
            <a:lvl9pPr algn="l">
              <a:defRPr sz="975" b="0">
                <a:solidFill>
                  <a:srgbClr val="B8C7D1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B8C7D1"/>
                </a:solidFill>
              </a:defRPr>
            </a:pPr>
            <a:r>
              <a:rPr sz="975" b="0">
                <a:solidFill>
                  <a:srgbClr val="B8C7D1"/>
                </a:solidFill>
              </a:rPr>
              <a:t>Hackathon project · Synthetic / simulated prototype campus energy data</a:t>
            </a:r>
          </a:p>
        </p:txBody>
      </p:sp>
    </p:spTree>
    <p:extLst>
      <p:ext uri="{BB962C8B-B14F-4D97-AF65-F5344CB8AC3E}">
        <p14:creationId xmlns:p14="http://schemas.microsoft.com/office/powerpoint/2010/main" val="173166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10C5A-8EF4-4CDA-B5BE-8A7E471A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20D26-E99F-4EE4-BC1D-1CDFA712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Peaks are often visible only after they happen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468E3-ACB3-4DEA-9A65-111EDAD2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DF984-A560-43D2-9658-F5443E24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860D4-226E-4326-825C-1B574173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6324F"/>
                </a:solidFill>
              </a:defRPr>
            </a:defPPr>
            <a:lvl1pPr algn="l">
              <a:defRPr sz="2025" b="1">
                <a:solidFill>
                  <a:srgbClr val="16324F"/>
                </a:solidFill>
              </a:defRPr>
            </a:lvl1pPr>
            <a:lvl2pPr algn="l">
              <a:defRPr sz="2025" b="1">
                <a:solidFill>
                  <a:srgbClr val="16324F"/>
                </a:solidFill>
              </a:defRPr>
            </a:lvl2pPr>
            <a:lvl3pPr algn="l">
              <a:defRPr sz="2025" b="1">
                <a:solidFill>
                  <a:srgbClr val="16324F"/>
                </a:solidFill>
              </a:defRPr>
            </a:lvl3pPr>
            <a:lvl4pPr algn="l">
              <a:defRPr sz="2025" b="1">
                <a:solidFill>
                  <a:srgbClr val="16324F"/>
                </a:solidFill>
              </a:defRPr>
            </a:lvl4pPr>
            <a:lvl5pPr algn="l">
              <a:defRPr sz="2025" b="1">
                <a:solidFill>
                  <a:srgbClr val="16324F"/>
                </a:solidFill>
              </a:defRPr>
            </a:lvl5pPr>
            <a:lvl6pPr algn="l">
              <a:defRPr sz="2025" b="1">
                <a:solidFill>
                  <a:srgbClr val="16324F"/>
                </a:solidFill>
              </a:defRPr>
            </a:lvl6pPr>
            <a:lvl7pPr algn="l">
              <a:defRPr sz="2025" b="1">
                <a:solidFill>
                  <a:srgbClr val="16324F"/>
                </a:solidFill>
              </a:defRPr>
            </a:lvl7pPr>
            <a:lvl8pPr algn="l">
              <a:defRPr sz="2025" b="1">
                <a:solidFill>
                  <a:srgbClr val="16324F"/>
                </a:solidFill>
              </a:defRPr>
            </a:lvl8pPr>
            <a:lvl9pPr algn="l">
              <a:defRPr sz="20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324F"/>
                </a:solidFill>
              </a:defRPr>
            </a:pPr>
            <a:r>
              <a:rPr sz="2025" b="1">
                <a:solidFill>
                  <a:srgbClr val="16324F"/>
                </a:solidFill>
              </a:rPr>
              <a:t>Reactive reporting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EBCDB-C71B-4371-B64D-D24A3352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2616B"/>
                </a:solidFill>
              </a:defRPr>
            </a:defPPr>
            <a:lvl1pPr algn="l">
              <a:defRPr sz="1500" b="0">
                <a:solidFill>
                  <a:srgbClr val="52616B"/>
                </a:solidFill>
              </a:defRPr>
            </a:lvl1pPr>
            <a:lvl2pPr algn="l">
              <a:defRPr sz="1500" b="0">
                <a:solidFill>
                  <a:srgbClr val="52616B"/>
                </a:solidFill>
              </a:defRPr>
            </a:lvl2pPr>
            <a:lvl3pPr algn="l">
              <a:defRPr sz="1500" b="0">
                <a:solidFill>
                  <a:srgbClr val="52616B"/>
                </a:solidFill>
              </a:defRPr>
            </a:lvl3pPr>
            <a:lvl4pPr algn="l">
              <a:defRPr sz="1500" b="0">
                <a:solidFill>
                  <a:srgbClr val="52616B"/>
                </a:solidFill>
              </a:defRPr>
            </a:lvl4pPr>
            <a:lvl5pPr algn="l">
              <a:defRPr sz="1500" b="0">
                <a:solidFill>
                  <a:srgbClr val="52616B"/>
                </a:solidFill>
              </a:defRPr>
            </a:lvl5pPr>
            <a:lvl6pPr algn="l">
              <a:defRPr sz="1500" b="0">
                <a:solidFill>
                  <a:srgbClr val="52616B"/>
                </a:solidFill>
              </a:defRPr>
            </a:lvl6pPr>
            <a:lvl7pPr algn="l">
              <a:defRPr sz="1500" b="0">
                <a:solidFill>
                  <a:srgbClr val="52616B"/>
                </a:solidFill>
              </a:defRPr>
            </a:lvl7pPr>
            <a:lvl8pPr algn="l">
              <a:defRPr sz="1500" b="0">
                <a:solidFill>
                  <a:srgbClr val="52616B"/>
                </a:solidFill>
              </a:defRPr>
            </a:lvl8pPr>
            <a:lvl9pPr algn="l">
              <a:defRPr sz="15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A high-demand period appears in a daily or monthly report after the opportunity to investigate has passed.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EE9E5-BCE1-4EE7-8D3B-07A85F5A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7640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EF50B-F4DB-4E78-B5C2-90FE8AB6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5262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E66C5C"/>
                </a:solidFill>
              </a:defRPr>
            </a:defPPr>
            <a:lvl1pPr algn="ctr">
              <a:defRPr sz="1125" b="1">
                <a:solidFill>
                  <a:srgbClr val="E66C5C"/>
                </a:solidFill>
              </a:defRPr>
            </a:lvl1pPr>
            <a:lvl2pPr algn="ctr">
              <a:defRPr sz="1125" b="1">
                <a:solidFill>
                  <a:srgbClr val="E66C5C"/>
                </a:solidFill>
              </a:defRPr>
            </a:lvl2pPr>
            <a:lvl3pPr algn="ctr">
              <a:defRPr sz="1125" b="1">
                <a:solidFill>
                  <a:srgbClr val="E66C5C"/>
                </a:solidFill>
              </a:defRPr>
            </a:lvl3pPr>
            <a:lvl4pPr algn="ctr">
              <a:defRPr sz="1125" b="1">
                <a:solidFill>
                  <a:srgbClr val="E66C5C"/>
                </a:solidFill>
              </a:defRPr>
            </a:lvl4pPr>
            <a:lvl5pPr algn="ctr">
              <a:defRPr sz="1125" b="1">
                <a:solidFill>
                  <a:srgbClr val="E66C5C"/>
                </a:solidFill>
              </a:defRPr>
            </a:lvl5pPr>
            <a:lvl6pPr algn="ctr">
              <a:defRPr sz="1125" b="1">
                <a:solidFill>
                  <a:srgbClr val="E66C5C"/>
                </a:solidFill>
              </a:defRPr>
            </a:lvl6pPr>
            <a:lvl7pPr algn="ctr">
              <a:defRPr sz="1125" b="1">
                <a:solidFill>
                  <a:srgbClr val="E66C5C"/>
                </a:solidFill>
              </a:defRPr>
            </a:lvl7pPr>
            <a:lvl8pPr algn="ctr">
              <a:defRPr sz="1125" b="1">
                <a:solidFill>
                  <a:srgbClr val="E66C5C"/>
                </a:solidFill>
              </a:defRPr>
            </a:lvl8pPr>
            <a:lvl9pPr algn="ctr">
              <a:defRPr sz="1125" b="1">
                <a:solidFill>
                  <a:srgbClr val="E66C5C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E66C5C"/>
                </a:solidFill>
              </a:defRPr>
            </a:pPr>
            <a:r>
              <a:rPr sz="1125" b="1">
                <a:solidFill>
                  <a:srgbClr val="E66C5C"/>
                </a:solidFill>
              </a:rPr>
              <a:t>PEAK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D0E9A-58D9-4C6A-945F-7E2F9C90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71725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75" b="1">
                <a:solidFill>
                  <a:srgbClr val="16324F"/>
                </a:solidFill>
              </a:defRPr>
            </a:defPPr>
            <a:lvl1pPr algn="ctr">
              <a:defRPr sz="3375" b="1">
                <a:solidFill>
                  <a:srgbClr val="16324F"/>
                </a:solidFill>
              </a:defRPr>
            </a:lvl1pPr>
            <a:lvl2pPr algn="ctr">
              <a:defRPr sz="3375" b="1">
                <a:solidFill>
                  <a:srgbClr val="16324F"/>
                </a:solidFill>
              </a:defRPr>
            </a:lvl2pPr>
            <a:lvl3pPr algn="ctr">
              <a:defRPr sz="3375" b="1">
                <a:solidFill>
                  <a:srgbClr val="16324F"/>
                </a:solidFill>
              </a:defRPr>
            </a:lvl3pPr>
            <a:lvl4pPr algn="ctr">
              <a:defRPr sz="3375" b="1">
                <a:solidFill>
                  <a:srgbClr val="16324F"/>
                </a:solidFill>
              </a:defRPr>
            </a:lvl4pPr>
            <a:lvl5pPr algn="ctr">
              <a:defRPr sz="3375" b="1">
                <a:solidFill>
                  <a:srgbClr val="16324F"/>
                </a:solidFill>
              </a:defRPr>
            </a:lvl5pPr>
            <a:lvl6pPr algn="ctr">
              <a:defRPr sz="3375" b="1">
                <a:solidFill>
                  <a:srgbClr val="16324F"/>
                </a:solidFill>
              </a:defRPr>
            </a:lvl6pPr>
            <a:lvl7pPr algn="ctr">
              <a:defRPr sz="3375" b="1">
                <a:solidFill>
                  <a:srgbClr val="16324F"/>
                </a:solidFill>
              </a:defRPr>
            </a:lvl7pPr>
            <a:lvl8pPr algn="ctr">
              <a:defRPr sz="3375" b="1">
                <a:solidFill>
                  <a:srgbClr val="16324F"/>
                </a:solidFill>
              </a:defRPr>
            </a:lvl8pPr>
            <a:lvl9pPr algn="ctr">
              <a:defRPr sz="33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16324F"/>
                </a:solidFill>
              </a:defRPr>
            </a:pPr>
            <a:r>
              <a:rPr sz="3375" b="1">
                <a:solidFill>
                  <a:srgbClr val="16324F"/>
                </a:solidFill>
              </a:rPr>
              <a:t>126.25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3A296-85A2-4B4F-8166-B164D82D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956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16B"/>
                </a:solidFill>
              </a:defRPr>
            </a:defPPr>
            <a:lvl1pPr algn="ctr">
              <a:defRPr sz="1200" b="0">
                <a:solidFill>
                  <a:srgbClr val="52616B"/>
                </a:solidFill>
              </a:defRPr>
            </a:lvl1pPr>
            <a:lvl2pPr algn="ctr">
              <a:defRPr sz="1200" b="0">
                <a:solidFill>
                  <a:srgbClr val="52616B"/>
                </a:solidFill>
              </a:defRPr>
            </a:lvl2pPr>
            <a:lvl3pPr algn="ctr">
              <a:defRPr sz="1200" b="0">
                <a:solidFill>
                  <a:srgbClr val="52616B"/>
                </a:solidFill>
              </a:defRPr>
            </a:lvl3pPr>
            <a:lvl4pPr algn="ctr">
              <a:defRPr sz="1200" b="0">
                <a:solidFill>
                  <a:srgbClr val="52616B"/>
                </a:solidFill>
              </a:defRPr>
            </a:lvl4pPr>
            <a:lvl5pPr algn="ctr">
              <a:defRPr sz="1200" b="0">
                <a:solidFill>
                  <a:srgbClr val="52616B"/>
                </a:solidFill>
              </a:defRPr>
            </a:lvl5pPr>
            <a:lvl6pPr algn="ctr">
              <a:defRPr sz="1200" b="0">
                <a:solidFill>
                  <a:srgbClr val="52616B"/>
                </a:solidFill>
              </a:defRPr>
            </a:lvl6pPr>
            <a:lvl7pPr algn="ctr">
              <a:defRPr sz="1200" b="0">
                <a:solidFill>
                  <a:srgbClr val="52616B"/>
                </a:solidFill>
              </a:defRPr>
            </a:lvl7pPr>
            <a:lvl8pPr algn="ctr">
              <a:defRPr sz="1200" b="0">
                <a:solidFill>
                  <a:srgbClr val="52616B"/>
                </a:solidFill>
              </a:defRPr>
            </a:lvl8pPr>
            <a:lvl9pPr algn="ctr"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kWh observed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1D1C2-830B-4758-AD6A-E5A5EC14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86000"/>
            <a:ext cx="51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>
                <a:solidFill>
                  <a:srgbClr val="159D9A"/>
                </a:solidFill>
              </a:defRPr>
            </a:defPPr>
            <a:lvl1pPr algn="ctr">
              <a:defRPr sz="3450" b="1">
                <a:solidFill>
                  <a:srgbClr val="159D9A"/>
                </a:solidFill>
              </a:defRPr>
            </a:lvl1pPr>
            <a:lvl2pPr algn="ctr">
              <a:defRPr sz="3450" b="1">
                <a:solidFill>
                  <a:srgbClr val="159D9A"/>
                </a:solidFill>
              </a:defRPr>
            </a:lvl2pPr>
            <a:lvl3pPr algn="ctr">
              <a:defRPr sz="3450" b="1">
                <a:solidFill>
                  <a:srgbClr val="159D9A"/>
                </a:solidFill>
              </a:defRPr>
            </a:lvl3pPr>
            <a:lvl4pPr algn="ctr">
              <a:defRPr sz="3450" b="1">
                <a:solidFill>
                  <a:srgbClr val="159D9A"/>
                </a:solidFill>
              </a:defRPr>
            </a:lvl4pPr>
            <a:lvl5pPr algn="ctr">
              <a:defRPr sz="3450" b="1">
                <a:solidFill>
                  <a:srgbClr val="159D9A"/>
                </a:solidFill>
              </a:defRPr>
            </a:lvl5pPr>
            <a:lvl6pPr algn="ctr">
              <a:defRPr sz="3450" b="1">
                <a:solidFill>
                  <a:srgbClr val="159D9A"/>
                </a:solidFill>
              </a:defRPr>
            </a:lvl6pPr>
            <a:lvl7pPr algn="ctr">
              <a:defRPr sz="3450" b="1">
                <a:solidFill>
                  <a:srgbClr val="159D9A"/>
                </a:solidFill>
              </a:defRPr>
            </a:lvl7pPr>
            <a:lvl8pPr algn="ctr">
              <a:defRPr sz="3450" b="1">
                <a:solidFill>
                  <a:srgbClr val="159D9A"/>
                </a:solidFill>
              </a:defRPr>
            </a:lvl8pPr>
            <a:lvl9pPr algn="ctr">
              <a:defRPr sz="34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159D9A"/>
                </a:solidFill>
              </a:defRPr>
            </a:pPr>
            <a:r>
              <a:rPr sz="3450" b="1">
                <a:solidFill>
                  <a:srgbClr val="159D9A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87FA1-41CC-46C8-985D-73559680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76400"/>
            <a:ext cx="2952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BB4A1-A72D-42D0-A86C-5AF6F95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52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59D9A"/>
                </a:solidFill>
              </a:defRPr>
            </a:defPPr>
            <a:lvl1pPr algn="ctr">
              <a:defRPr sz="1050" b="1">
                <a:solidFill>
                  <a:srgbClr val="159D9A"/>
                </a:solidFill>
              </a:defRPr>
            </a:lvl1pPr>
            <a:lvl2pPr algn="ctr">
              <a:defRPr sz="1050" b="1">
                <a:solidFill>
                  <a:srgbClr val="159D9A"/>
                </a:solidFill>
              </a:defRPr>
            </a:lvl2pPr>
            <a:lvl3pPr algn="ctr">
              <a:defRPr sz="1050" b="1">
                <a:solidFill>
                  <a:srgbClr val="159D9A"/>
                </a:solidFill>
              </a:defRPr>
            </a:lvl3pPr>
            <a:lvl4pPr algn="ctr">
              <a:defRPr sz="1050" b="1">
                <a:solidFill>
                  <a:srgbClr val="159D9A"/>
                </a:solidFill>
              </a:defRPr>
            </a:lvl4pPr>
            <a:lvl5pPr algn="ctr">
              <a:defRPr sz="1050" b="1">
                <a:solidFill>
                  <a:srgbClr val="159D9A"/>
                </a:solidFill>
              </a:defRPr>
            </a:lvl5pPr>
            <a:lvl6pPr algn="ctr">
              <a:defRPr sz="1050" b="1">
                <a:solidFill>
                  <a:srgbClr val="159D9A"/>
                </a:solidFill>
              </a:defRPr>
            </a:lvl6pPr>
            <a:lvl7pPr algn="ctr">
              <a:defRPr sz="1050" b="1">
                <a:solidFill>
                  <a:srgbClr val="159D9A"/>
                </a:solidFill>
              </a:defRPr>
            </a:lvl7pPr>
            <a:lvl8pPr algn="ctr">
              <a:defRPr sz="1050" b="1">
                <a:solidFill>
                  <a:srgbClr val="159D9A"/>
                </a:solidFill>
              </a:defRPr>
            </a:lvl8pPr>
            <a:lvl9pPr algn="ctr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THE OPPORTUNITY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112EF-13C3-46CC-A4EE-1510B666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</a:defRPr>
            </a:defPPr>
            <a:lvl1pPr algn="ctr">
              <a:defRPr sz="2250" b="1">
                <a:solidFill>
                  <a:srgbClr val="FFFFFF"/>
                </a:solidFill>
              </a:defRPr>
            </a:lvl1pPr>
            <a:lvl2pPr algn="ctr">
              <a:defRPr sz="2250" b="1">
                <a:solidFill>
                  <a:srgbClr val="FFFFFF"/>
                </a:solidFill>
              </a:defRPr>
            </a:lvl2pPr>
            <a:lvl3pPr algn="ctr">
              <a:defRPr sz="2250" b="1">
                <a:solidFill>
                  <a:srgbClr val="FFFFFF"/>
                </a:solidFill>
              </a:defRPr>
            </a:lvl3pPr>
            <a:lvl4pPr algn="ctr">
              <a:defRPr sz="2250" b="1">
                <a:solidFill>
                  <a:srgbClr val="FFFFFF"/>
                </a:solidFill>
              </a:defRPr>
            </a:lvl4pPr>
            <a:lvl5pPr algn="ctr">
              <a:defRPr sz="2250" b="1">
                <a:solidFill>
                  <a:srgbClr val="FFFFFF"/>
                </a:solidFill>
              </a:defRPr>
            </a:lvl5pPr>
            <a:lvl6pPr algn="ctr">
              <a:defRPr sz="2250" b="1">
                <a:solidFill>
                  <a:srgbClr val="FFFFFF"/>
                </a:solidFill>
              </a:defRPr>
            </a:lvl6pPr>
            <a:lvl7pPr algn="ctr">
              <a:defRPr sz="2250" b="1">
                <a:solidFill>
                  <a:srgbClr val="FFFFFF"/>
                </a:solidFill>
              </a:defRPr>
            </a:lvl7pPr>
            <a:lvl8pPr algn="ctr">
              <a:defRPr sz="2250" b="1">
                <a:solidFill>
                  <a:srgbClr val="FFFFFF"/>
                </a:solidFill>
              </a:defRPr>
            </a:lvl8pPr>
            <a:lvl9pPr algn="ctr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See tomorrow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before tomorrow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8AF00-74F9-466B-B1E4-879D995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</a:defRPr>
            </a:defPPr>
            <a:lvl1pPr algn="l">
              <a:defRPr sz="2100" b="1">
                <a:solidFill>
                  <a:srgbClr val="102A43"/>
                </a:solidFill>
              </a:defRPr>
            </a:lvl1pPr>
            <a:lvl2pPr algn="l">
              <a:defRPr sz="2100" b="1">
                <a:solidFill>
                  <a:srgbClr val="102A43"/>
                </a:solidFill>
              </a:defRPr>
            </a:lvl2pPr>
            <a:lvl3pPr algn="l">
              <a:defRPr sz="2100" b="1">
                <a:solidFill>
                  <a:srgbClr val="102A43"/>
                </a:solidFill>
              </a:defRPr>
            </a:lvl3pPr>
            <a:lvl4pPr algn="l">
              <a:defRPr sz="2100" b="1">
                <a:solidFill>
                  <a:srgbClr val="102A43"/>
                </a:solidFill>
              </a:defRPr>
            </a:lvl4pPr>
            <a:lvl5pPr algn="l">
              <a:defRPr sz="2100" b="1">
                <a:solidFill>
                  <a:srgbClr val="102A43"/>
                </a:solidFill>
              </a:defRPr>
            </a:lvl5pPr>
            <a:lvl6pPr algn="l">
              <a:defRPr sz="2100" b="1">
                <a:solidFill>
                  <a:srgbClr val="102A43"/>
                </a:solidFill>
              </a:defRPr>
            </a:lvl6pPr>
            <a:lvl7pPr algn="l">
              <a:defRPr sz="2100" b="1">
                <a:solidFill>
                  <a:srgbClr val="102A43"/>
                </a:solidFill>
              </a:defRPr>
            </a:lvl7pPr>
            <a:lvl8pPr algn="l">
              <a:defRPr sz="2100" b="1">
                <a:solidFill>
                  <a:srgbClr val="102A43"/>
                </a:solidFill>
              </a:defRPr>
            </a:lvl8pPr>
            <a:lvl9pPr algn="l">
              <a:defRPr sz="21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Advance warning makes verification and scheduling possible.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E9D96-D22D-4EFD-90D0-FE60ADDC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2616B"/>
                </a:solidFill>
              </a:defRPr>
            </a:defPPr>
            <a:lvl1pPr algn="l">
              <a:defRPr sz="1500" b="0">
                <a:solidFill>
                  <a:srgbClr val="52616B"/>
                </a:solidFill>
              </a:defRPr>
            </a:lvl1pPr>
            <a:lvl2pPr algn="l">
              <a:defRPr sz="1500" b="0">
                <a:solidFill>
                  <a:srgbClr val="52616B"/>
                </a:solidFill>
              </a:defRPr>
            </a:lvl2pPr>
            <a:lvl3pPr algn="l">
              <a:defRPr sz="1500" b="0">
                <a:solidFill>
                  <a:srgbClr val="52616B"/>
                </a:solidFill>
              </a:defRPr>
            </a:lvl3pPr>
            <a:lvl4pPr algn="l">
              <a:defRPr sz="1500" b="0">
                <a:solidFill>
                  <a:srgbClr val="52616B"/>
                </a:solidFill>
              </a:defRPr>
            </a:lvl4pPr>
            <a:lvl5pPr algn="l">
              <a:defRPr sz="1500" b="0">
                <a:solidFill>
                  <a:srgbClr val="52616B"/>
                </a:solidFill>
              </a:defRPr>
            </a:lvl5pPr>
            <a:lvl6pPr algn="l">
              <a:defRPr sz="1500" b="0">
                <a:solidFill>
                  <a:srgbClr val="52616B"/>
                </a:solidFill>
              </a:defRPr>
            </a:lvl6pPr>
            <a:lvl7pPr algn="l">
              <a:defRPr sz="1500" b="0">
                <a:solidFill>
                  <a:srgbClr val="52616B"/>
                </a:solidFill>
              </a:defRPr>
            </a:lvl7pPr>
            <a:lvl8pPr algn="l">
              <a:defRPr sz="1500" b="0">
                <a:solidFill>
                  <a:srgbClr val="52616B"/>
                </a:solidFill>
              </a:defRPr>
            </a:lvl8pPr>
            <a:lvl9pPr algn="l">
              <a:defRPr sz="15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prototype predicts demand and surfaces likely high-use hours. It does not control equipment.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37331-C4B9-42E4-8FD3-815EAB8A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104364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FF764-8790-4B5F-8A6F-C74E3ED6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INTENDED USER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C9E1B-865F-4A23-BF81-2AA4F485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Designed for the facility energy 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958CB-B39B-4EC4-9EA3-C03A6679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C1D62-DD85-4F6A-990A-27365338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5B64B-E69C-4B62-B069-3D25EB73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333750" cy="42100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FDB00-1CC5-4F09-9A2A-8277CAA8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FFFFFF"/>
                </a:solidFill>
              </a:defRPr>
            </a:defPPr>
            <a:lvl1pPr algn="ctr">
              <a:defRPr sz="2850" b="1">
                <a:solidFill>
                  <a:srgbClr val="FFFFFF"/>
                </a:solidFill>
              </a:defRPr>
            </a:lvl1pPr>
            <a:lvl2pPr algn="ctr">
              <a:defRPr sz="2850" b="1">
                <a:solidFill>
                  <a:srgbClr val="FFFFFF"/>
                </a:solidFill>
              </a:defRPr>
            </a:lvl2pPr>
            <a:lvl3pPr algn="ctr">
              <a:defRPr sz="2850" b="1">
                <a:solidFill>
                  <a:srgbClr val="FFFFFF"/>
                </a:solidFill>
              </a:defRPr>
            </a:lvl3pPr>
            <a:lvl4pPr algn="ctr">
              <a:defRPr sz="2850" b="1">
                <a:solidFill>
                  <a:srgbClr val="FFFFFF"/>
                </a:solidFill>
              </a:defRPr>
            </a:lvl4pPr>
            <a:lvl5pPr algn="ctr">
              <a:defRPr sz="2850" b="1">
                <a:solidFill>
                  <a:srgbClr val="FFFFFF"/>
                </a:solidFill>
              </a:defRPr>
            </a:lvl5pPr>
            <a:lvl6pPr algn="ctr">
              <a:defRPr sz="2850" b="1">
                <a:solidFill>
                  <a:srgbClr val="FFFFFF"/>
                </a:solidFill>
              </a:defRPr>
            </a:lvl6pPr>
            <a:lvl7pPr algn="ctr">
              <a:defRPr sz="2850" b="1">
                <a:solidFill>
                  <a:srgbClr val="FFFFFF"/>
                </a:solidFill>
              </a:defRPr>
            </a:lvl7pPr>
            <a:lvl8pPr algn="ctr">
              <a:defRPr sz="2850" b="1">
                <a:solidFill>
                  <a:srgbClr val="FFFFFF"/>
                </a:solidFill>
              </a:defRPr>
            </a:lvl8pPr>
            <a:lvl9pPr algn="ctr">
              <a:defRPr sz="28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FACILITY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DF6D6-808B-401D-9CC5-3DDA4127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2495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DCEFFA"/>
                </a:solidFill>
              </a:defRPr>
            </a:defPPr>
            <a:lvl1pPr algn="ctr">
              <a:defRPr sz="1350" b="0">
                <a:solidFill>
                  <a:srgbClr val="DCEFFA"/>
                </a:solidFill>
              </a:defRPr>
            </a:lvl1pPr>
            <a:lvl2pPr algn="ctr">
              <a:defRPr sz="1350" b="0">
                <a:solidFill>
                  <a:srgbClr val="DCEFFA"/>
                </a:solidFill>
              </a:defRPr>
            </a:lvl2pPr>
            <a:lvl3pPr algn="ctr">
              <a:defRPr sz="1350" b="0">
                <a:solidFill>
                  <a:srgbClr val="DCEFFA"/>
                </a:solidFill>
              </a:defRPr>
            </a:lvl3pPr>
            <a:lvl4pPr algn="ctr">
              <a:defRPr sz="1350" b="0">
                <a:solidFill>
                  <a:srgbClr val="DCEFFA"/>
                </a:solidFill>
              </a:defRPr>
            </a:lvl4pPr>
            <a:lvl5pPr algn="ctr">
              <a:defRPr sz="1350" b="0">
                <a:solidFill>
                  <a:srgbClr val="DCEFFA"/>
                </a:solidFill>
              </a:defRPr>
            </a:lvl5pPr>
            <a:lvl6pPr algn="ctr">
              <a:defRPr sz="1350" b="0">
                <a:solidFill>
                  <a:srgbClr val="DCEFFA"/>
                </a:solidFill>
              </a:defRPr>
            </a:lvl6pPr>
            <a:lvl7pPr algn="ctr">
              <a:defRPr sz="1350" b="0">
                <a:solidFill>
                  <a:srgbClr val="DCEFFA"/>
                </a:solidFill>
              </a:defRPr>
            </a:lvl7pPr>
            <a:lvl8pPr algn="ctr">
              <a:defRPr sz="1350" b="0">
                <a:solidFill>
                  <a:srgbClr val="DCEFFA"/>
                </a:solidFill>
              </a:defRPr>
            </a:lvl8pPr>
            <a:lvl9pPr algn="ctr">
              <a:defRPr sz="1350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FFA"/>
                </a:solidFill>
              </a:defRPr>
            </a:pPr>
            <a:r>
              <a:rPr sz="1350" b="0">
                <a:solidFill>
                  <a:srgbClr val="DCEFFA"/>
                </a:solidFill>
              </a:rPr>
              <a:t>Reviews forecasts, verifies context, and decides what action is safe and useful.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02851-0A9F-467D-A40F-338944C2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19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59D9A"/>
                </a:solidFill>
              </a:defRPr>
            </a:defPPr>
            <a:lvl1pPr algn="ctr">
              <a:defRPr sz="2100" b="1">
                <a:solidFill>
                  <a:srgbClr val="159D9A"/>
                </a:solidFill>
              </a:defRPr>
            </a:lvl1pPr>
            <a:lvl2pPr algn="ctr">
              <a:defRPr sz="2100" b="1">
                <a:solidFill>
                  <a:srgbClr val="159D9A"/>
                </a:solidFill>
              </a:defRPr>
            </a:lvl2pPr>
            <a:lvl3pPr algn="ctr">
              <a:defRPr sz="2100" b="1">
                <a:solidFill>
                  <a:srgbClr val="159D9A"/>
                </a:solidFill>
              </a:defRPr>
            </a:lvl3pPr>
            <a:lvl4pPr algn="ctr">
              <a:defRPr sz="2100" b="1">
                <a:solidFill>
                  <a:srgbClr val="159D9A"/>
                </a:solidFill>
              </a:defRPr>
            </a:lvl4pPr>
            <a:lvl5pPr algn="ctr">
              <a:defRPr sz="2100" b="1">
                <a:solidFill>
                  <a:srgbClr val="159D9A"/>
                </a:solidFill>
              </a:defRPr>
            </a:lvl5pPr>
            <a:lvl6pPr algn="ctr">
              <a:defRPr sz="2100" b="1">
                <a:solidFill>
                  <a:srgbClr val="159D9A"/>
                </a:solidFill>
              </a:defRPr>
            </a:lvl6pPr>
            <a:lvl7pPr algn="ctr">
              <a:defRPr sz="2100" b="1">
                <a:solidFill>
                  <a:srgbClr val="159D9A"/>
                </a:solidFill>
              </a:defRPr>
            </a:lvl7pPr>
            <a:lvl8pPr algn="ctr">
              <a:defRPr sz="2100" b="1">
                <a:solidFill>
                  <a:srgbClr val="159D9A"/>
                </a:solidFill>
              </a:defRPr>
            </a:lvl8pPr>
            <a:lvl9pPr algn="ctr">
              <a:defRPr sz="21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9D9A"/>
                </a:solidFill>
              </a:defRPr>
            </a:pPr>
            <a:r>
              <a:rPr sz="2100" b="1">
                <a:solidFill>
                  <a:srgbClr val="159D9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C42A3-7CAB-4C23-AFFE-93021B4D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6324F"/>
                </a:solidFill>
              </a:defRPr>
            </a:defPPr>
            <a:lvl1pPr algn="l">
              <a:defRPr sz="1875" b="1">
                <a:solidFill>
                  <a:srgbClr val="16324F"/>
                </a:solidFill>
              </a:defRPr>
            </a:lvl1pPr>
            <a:lvl2pPr algn="l">
              <a:defRPr sz="1875" b="1">
                <a:solidFill>
                  <a:srgbClr val="16324F"/>
                </a:solidFill>
              </a:defRPr>
            </a:lvl2pPr>
            <a:lvl3pPr algn="l">
              <a:defRPr sz="1875" b="1">
                <a:solidFill>
                  <a:srgbClr val="16324F"/>
                </a:solidFill>
              </a:defRPr>
            </a:lvl3pPr>
            <a:lvl4pPr algn="l">
              <a:defRPr sz="1875" b="1">
                <a:solidFill>
                  <a:srgbClr val="16324F"/>
                </a:solidFill>
              </a:defRPr>
            </a:lvl4pPr>
            <a:lvl5pPr algn="l">
              <a:defRPr sz="1875" b="1">
                <a:solidFill>
                  <a:srgbClr val="16324F"/>
                </a:solidFill>
              </a:defRPr>
            </a:lvl5pPr>
            <a:lvl6pPr algn="l">
              <a:defRPr sz="1875" b="1">
                <a:solidFill>
                  <a:srgbClr val="16324F"/>
                </a:solidFill>
              </a:defRPr>
            </a:lvl6pPr>
            <a:lvl7pPr algn="l">
              <a:defRPr sz="1875" b="1">
                <a:solidFill>
                  <a:srgbClr val="16324F"/>
                </a:solidFill>
              </a:defRPr>
            </a:lvl7pPr>
            <a:lvl8pPr algn="l">
              <a:defRPr sz="1875" b="1">
                <a:solidFill>
                  <a:srgbClr val="16324F"/>
                </a:solidFill>
              </a:defRPr>
            </a:lvl8pPr>
            <a:lvl9pPr algn="l">
              <a:defRPr sz="18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Predict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90D56-2F92-4F70-80A1-8D2E857E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</a:defRPr>
            </a:defPPr>
            <a:lvl1pPr algn="l">
              <a:defRPr sz="1350" b="0">
                <a:solidFill>
                  <a:srgbClr val="52616B"/>
                </a:solidFill>
              </a:defRPr>
            </a:lvl1pPr>
            <a:lvl2pPr algn="l">
              <a:defRPr sz="1350" b="0">
                <a:solidFill>
                  <a:srgbClr val="52616B"/>
                </a:solidFill>
              </a:defRPr>
            </a:lvl2pPr>
            <a:lvl3pPr algn="l">
              <a:defRPr sz="1350" b="0">
                <a:solidFill>
                  <a:srgbClr val="52616B"/>
                </a:solidFill>
              </a:defRPr>
            </a:lvl3pPr>
            <a:lvl4pPr algn="l">
              <a:defRPr sz="1350" b="0">
                <a:solidFill>
                  <a:srgbClr val="52616B"/>
                </a:solidFill>
              </a:defRPr>
            </a:lvl4pPr>
            <a:lvl5pPr algn="l">
              <a:defRPr sz="1350" b="0">
                <a:solidFill>
                  <a:srgbClr val="52616B"/>
                </a:solidFill>
              </a:defRPr>
            </a:lvl5pPr>
            <a:lvl6pPr algn="l">
              <a:defRPr sz="1350" b="0">
                <a:solidFill>
                  <a:srgbClr val="52616B"/>
                </a:solidFill>
              </a:defRPr>
            </a:lvl6pPr>
            <a:lvl7pPr algn="l">
              <a:defRPr sz="1350" b="0">
                <a:solidFill>
                  <a:srgbClr val="52616B"/>
                </a:solidFill>
              </a:defRPr>
            </a:lvl7pPr>
            <a:lvl8pPr algn="l">
              <a:defRPr sz="1350" b="0">
                <a:solidFill>
                  <a:srgbClr val="52616B"/>
                </a:solidFill>
              </a:defRPr>
            </a:lvl8pPr>
            <a:lvl9pPr algn="l">
              <a:defRPr sz="13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Next 24 hourly demand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E2E16-E9D6-4C61-B555-1E5B3A04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18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59D9A"/>
                </a:solidFill>
              </a:defRPr>
            </a:defPPr>
            <a:lvl1pPr algn="ctr">
              <a:defRPr sz="2100" b="1">
                <a:solidFill>
                  <a:srgbClr val="159D9A"/>
                </a:solidFill>
              </a:defRPr>
            </a:lvl1pPr>
            <a:lvl2pPr algn="ctr">
              <a:defRPr sz="2100" b="1">
                <a:solidFill>
                  <a:srgbClr val="159D9A"/>
                </a:solidFill>
              </a:defRPr>
            </a:lvl2pPr>
            <a:lvl3pPr algn="ctr">
              <a:defRPr sz="2100" b="1">
                <a:solidFill>
                  <a:srgbClr val="159D9A"/>
                </a:solidFill>
              </a:defRPr>
            </a:lvl3pPr>
            <a:lvl4pPr algn="ctr">
              <a:defRPr sz="2100" b="1">
                <a:solidFill>
                  <a:srgbClr val="159D9A"/>
                </a:solidFill>
              </a:defRPr>
            </a:lvl4pPr>
            <a:lvl5pPr algn="ctr">
              <a:defRPr sz="2100" b="1">
                <a:solidFill>
                  <a:srgbClr val="159D9A"/>
                </a:solidFill>
              </a:defRPr>
            </a:lvl5pPr>
            <a:lvl6pPr algn="ctr">
              <a:defRPr sz="2100" b="1">
                <a:solidFill>
                  <a:srgbClr val="159D9A"/>
                </a:solidFill>
              </a:defRPr>
            </a:lvl6pPr>
            <a:lvl7pPr algn="ctr">
              <a:defRPr sz="2100" b="1">
                <a:solidFill>
                  <a:srgbClr val="159D9A"/>
                </a:solidFill>
              </a:defRPr>
            </a:lvl7pPr>
            <a:lvl8pPr algn="ctr">
              <a:defRPr sz="2100" b="1">
                <a:solidFill>
                  <a:srgbClr val="159D9A"/>
                </a:solidFill>
              </a:defRPr>
            </a:lvl8pPr>
            <a:lvl9pPr algn="ctr">
              <a:defRPr sz="21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9D9A"/>
                </a:solidFill>
              </a:defRPr>
            </a:pPr>
            <a:r>
              <a:rPr sz="2100" b="1">
                <a:solidFill>
                  <a:srgbClr val="159D9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47AF7-05F1-4B7B-B175-54B7D6C3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71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6324F"/>
                </a:solidFill>
              </a:defRPr>
            </a:defPPr>
            <a:lvl1pPr algn="l">
              <a:defRPr sz="1875" b="1">
                <a:solidFill>
                  <a:srgbClr val="16324F"/>
                </a:solidFill>
              </a:defRPr>
            </a:lvl1pPr>
            <a:lvl2pPr algn="l">
              <a:defRPr sz="1875" b="1">
                <a:solidFill>
                  <a:srgbClr val="16324F"/>
                </a:solidFill>
              </a:defRPr>
            </a:lvl2pPr>
            <a:lvl3pPr algn="l">
              <a:defRPr sz="1875" b="1">
                <a:solidFill>
                  <a:srgbClr val="16324F"/>
                </a:solidFill>
              </a:defRPr>
            </a:lvl3pPr>
            <a:lvl4pPr algn="l">
              <a:defRPr sz="1875" b="1">
                <a:solidFill>
                  <a:srgbClr val="16324F"/>
                </a:solidFill>
              </a:defRPr>
            </a:lvl4pPr>
            <a:lvl5pPr algn="l">
              <a:defRPr sz="1875" b="1">
                <a:solidFill>
                  <a:srgbClr val="16324F"/>
                </a:solidFill>
              </a:defRPr>
            </a:lvl5pPr>
            <a:lvl6pPr algn="l">
              <a:defRPr sz="1875" b="1">
                <a:solidFill>
                  <a:srgbClr val="16324F"/>
                </a:solidFill>
              </a:defRPr>
            </a:lvl6pPr>
            <a:lvl7pPr algn="l">
              <a:defRPr sz="1875" b="1">
                <a:solidFill>
                  <a:srgbClr val="16324F"/>
                </a:solidFill>
              </a:defRPr>
            </a:lvl7pPr>
            <a:lvl8pPr algn="l">
              <a:defRPr sz="1875" b="1">
                <a:solidFill>
                  <a:srgbClr val="16324F"/>
                </a:solidFill>
              </a:defRPr>
            </a:lvl8pPr>
            <a:lvl9pPr algn="l">
              <a:defRPr sz="18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Detect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15A5B-B829-494E-AD05-FAA5B8A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909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</a:defRPr>
            </a:defPPr>
            <a:lvl1pPr algn="l">
              <a:defRPr sz="1350" b="0">
                <a:solidFill>
                  <a:srgbClr val="52616B"/>
                </a:solidFill>
              </a:defRPr>
            </a:lvl1pPr>
            <a:lvl2pPr algn="l">
              <a:defRPr sz="1350" b="0">
                <a:solidFill>
                  <a:srgbClr val="52616B"/>
                </a:solidFill>
              </a:defRPr>
            </a:lvl2pPr>
            <a:lvl3pPr algn="l">
              <a:defRPr sz="1350" b="0">
                <a:solidFill>
                  <a:srgbClr val="52616B"/>
                </a:solidFill>
              </a:defRPr>
            </a:lvl3pPr>
            <a:lvl4pPr algn="l">
              <a:defRPr sz="1350" b="0">
                <a:solidFill>
                  <a:srgbClr val="52616B"/>
                </a:solidFill>
              </a:defRPr>
            </a:lvl4pPr>
            <a:lvl5pPr algn="l">
              <a:defRPr sz="1350" b="0">
                <a:solidFill>
                  <a:srgbClr val="52616B"/>
                </a:solidFill>
              </a:defRPr>
            </a:lvl5pPr>
            <a:lvl6pPr algn="l">
              <a:defRPr sz="1350" b="0">
                <a:solidFill>
                  <a:srgbClr val="52616B"/>
                </a:solidFill>
              </a:defRPr>
            </a:lvl6pPr>
            <a:lvl7pPr algn="l">
              <a:defRPr sz="1350" b="0">
                <a:solidFill>
                  <a:srgbClr val="52616B"/>
                </a:solidFill>
              </a:defRPr>
            </a:lvl7pPr>
            <a:lvl8pPr algn="l">
              <a:defRPr sz="1350" b="0">
                <a:solidFill>
                  <a:srgbClr val="52616B"/>
                </a:solidFill>
              </a:defRPr>
            </a:lvl8pPr>
            <a:lvl9pPr algn="l">
              <a:defRPr sz="13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Likely high-use periods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71645-1FAB-4602-B97C-809D8F5F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243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59D9A"/>
                </a:solidFill>
              </a:defRPr>
            </a:defPPr>
            <a:lvl1pPr algn="ctr">
              <a:defRPr sz="2100" b="1">
                <a:solidFill>
                  <a:srgbClr val="159D9A"/>
                </a:solidFill>
              </a:defRPr>
            </a:lvl1pPr>
            <a:lvl2pPr algn="ctr">
              <a:defRPr sz="2100" b="1">
                <a:solidFill>
                  <a:srgbClr val="159D9A"/>
                </a:solidFill>
              </a:defRPr>
            </a:lvl2pPr>
            <a:lvl3pPr algn="ctr">
              <a:defRPr sz="2100" b="1">
                <a:solidFill>
                  <a:srgbClr val="159D9A"/>
                </a:solidFill>
              </a:defRPr>
            </a:lvl3pPr>
            <a:lvl4pPr algn="ctr">
              <a:defRPr sz="2100" b="1">
                <a:solidFill>
                  <a:srgbClr val="159D9A"/>
                </a:solidFill>
              </a:defRPr>
            </a:lvl4pPr>
            <a:lvl5pPr algn="ctr">
              <a:defRPr sz="2100" b="1">
                <a:solidFill>
                  <a:srgbClr val="159D9A"/>
                </a:solidFill>
              </a:defRPr>
            </a:lvl5pPr>
            <a:lvl6pPr algn="ctr">
              <a:defRPr sz="2100" b="1">
                <a:solidFill>
                  <a:srgbClr val="159D9A"/>
                </a:solidFill>
              </a:defRPr>
            </a:lvl6pPr>
            <a:lvl7pPr algn="ctr">
              <a:defRPr sz="2100" b="1">
                <a:solidFill>
                  <a:srgbClr val="159D9A"/>
                </a:solidFill>
              </a:defRPr>
            </a:lvl7pPr>
            <a:lvl8pPr algn="ctr">
              <a:defRPr sz="2100" b="1">
                <a:solidFill>
                  <a:srgbClr val="159D9A"/>
                </a:solidFill>
              </a:defRPr>
            </a:lvl8pPr>
            <a:lvl9pPr algn="ctr">
              <a:defRPr sz="21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9D9A"/>
                </a:solidFill>
              </a:defRPr>
            </a:pPr>
            <a:r>
              <a:rPr sz="2100" b="1">
                <a:solidFill>
                  <a:srgbClr val="159D9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14EEE-7A95-4D4F-B366-4C09050B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6324F"/>
                </a:solidFill>
              </a:defRPr>
            </a:defPPr>
            <a:lvl1pPr algn="l">
              <a:defRPr sz="1875" b="1">
                <a:solidFill>
                  <a:srgbClr val="16324F"/>
                </a:solidFill>
              </a:defRPr>
            </a:lvl1pPr>
            <a:lvl2pPr algn="l">
              <a:defRPr sz="1875" b="1">
                <a:solidFill>
                  <a:srgbClr val="16324F"/>
                </a:solidFill>
              </a:defRPr>
            </a:lvl2pPr>
            <a:lvl3pPr algn="l">
              <a:defRPr sz="1875" b="1">
                <a:solidFill>
                  <a:srgbClr val="16324F"/>
                </a:solidFill>
              </a:defRPr>
            </a:lvl3pPr>
            <a:lvl4pPr algn="l">
              <a:defRPr sz="1875" b="1">
                <a:solidFill>
                  <a:srgbClr val="16324F"/>
                </a:solidFill>
              </a:defRPr>
            </a:lvl4pPr>
            <a:lvl5pPr algn="l">
              <a:defRPr sz="1875" b="1">
                <a:solidFill>
                  <a:srgbClr val="16324F"/>
                </a:solidFill>
              </a:defRPr>
            </a:lvl5pPr>
            <a:lvl6pPr algn="l">
              <a:defRPr sz="1875" b="1">
                <a:solidFill>
                  <a:srgbClr val="16324F"/>
                </a:solidFill>
              </a:defRPr>
            </a:lvl6pPr>
            <a:lvl7pPr algn="l">
              <a:defRPr sz="1875" b="1">
                <a:solidFill>
                  <a:srgbClr val="16324F"/>
                </a:solidFill>
              </a:defRPr>
            </a:lvl7pPr>
            <a:lvl8pPr algn="l">
              <a:defRPr sz="1875" b="1">
                <a:solidFill>
                  <a:srgbClr val="16324F"/>
                </a:solidFill>
              </a:defRPr>
            </a:lvl8pPr>
            <a:lvl9pPr algn="l">
              <a:defRPr sz="18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F4289-28E8-482A-A26B-33D51B7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434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</a:defRPr>
            </a:defPPr>
            <a:lvl1pPr algn="l">
              <a:defRPr sz="1350" b="0">
                <a:solidFill>
                  <a:srgbClr val="52616B"/>
                </a:solidFill>
              </a:defRPr>
            </a:lvl1pPr>
            <a:lvl2pPr algn="l">
              <a:defRPr sz="1350" b="0">
                <a:solidFill>
                  <a:srgbClr val="52616B"/>
                </a:solidFill>
              </a:defRPr>
            </a:lvl2pPr>
            <a:lvl3pPr algn="l">
              <a:defRPr sz="1350" b="0">
                <a:solidFill>
                  <a:srgbClr val="52616B"/>
                </a:solidFill>
              </a:defRPr>
            </a:lvl3pPr>
            <a:lvl4pPr algn="l">
              <a:defRPr sz="1350" b="0">
                <a:solidFill>
                  <a:srgbClr val="52616B"/>
                </a:solidFill>
              </a:defRPr>
            </a:lvl4pPr>
            <a:lvl5pPr algn="l">
              <a:defRPr sz="1350" b="0">
                <a:solidFill>
                  <a:srgbClr val="52616B"/>
                </a:solidFill>
              </a:defRPr>
            </a:lvl5pPr>
            <a:lvl6pPr algn="l">
              <a:defRPr sz="1350" b="0">
                <a:solidFill>
                  <a:srgbClr val="52616B"/>
                </a:solidFill>
              </a:defRPr>
            </a:lvl6pPr>
            <a:lvl7pPr algn="l">
              <a:defRPr sz="1350" b="0">
                <a:solidFill>
                  <a:srgbClr val="52616B"/>
                </a:solidFill>
              </a:defRPr>
            </a:lvl7pPr>
            <a:lvl8pPr algn="l">
              <a:defRPr sz="1350" b="0">
                <a:solidFill>
                  <a:srgbClr val="52616B"/>
                </a:solidFill>
              </a:defRPr>
            </a:lvl8pPr>
            <a:lvl9pPr algn="l">
              <a:defRPr sz="13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Specific checks before a human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DD688-5410-4A94-BF9F-3C306639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1592224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E2E381-7C9B-4F84-B6A4-EF5EC5D4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INTEGRATED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F0883-38CC-4F50-A377-F5F79242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More than an ML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49C10-75A9-49C8-A738-8B94BE7C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047F6-F4E5-4433-A423-91DC9C9F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ADD87-7E7C-4BC3-B41B-33B343B5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885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1DD35-0EAD-4454-B0ED-BD7CC55A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157A1-4DAC-4053-8A98-03693E3A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  <a:lvl1pPr algn="l">
              <a:defRPr sz="1575" b="1">
                <a:solidFill>
                  <a:srgbClr val="16324F"/>
                </a:solidFill>
              </a:defRPr>
            </a:lvl1pPr>
            <a:lvl2pPr algn="l">
              <a:defRPr sz="1575" b="1">
                <a:solidFill>
                  <a:srgbClr val="16324F"/>
                </a:solidFill>
              </a:defRPr>
            </a:lvl2pPr>
            <a:lvl3pPr algn="l">
              <a:defRPr sz="1575" b="1">
                <a:solidFill>
                  <a:srgbClr val="16324F"/>
                </a:solidFill>
              </a:defRPr>
            </a:lvl3pPr>
            <a:lvl4pPr algn="l">
              <a:defRPr sz="1575" b="1">
                <a:solidFill>
                  <a:srgbClr val="16324F"/>
                </a:solidFill>
              </a:defRPr>
            </a:lvl4pPr>
            <a:lvl5pPr algn="l">
              <a:defRPr sz="1575" b="1">
                <a:solidFill>
                  <a:srgbClr val="16324F"/>
                </a:solidFill>
              </a:defRPr>
            </a:lvl5pPr>
            <a:lvl6pPr algn="l">
              <a:defRPr sz="1575" b="1">
                <a:solidFill>
                  <a:srgbClr val="16324F"/>
                </a:solidFill>
              </a:defRPr>
            </a:lvl6pPr>
            <a:lvl7pPr algn="l">
              <a:defRPr sz="1575" b="1">
                <a:solidFill>
                  <a:srgbClr val="16324F"/>
                </a:solidFill>
              </a:defRPr>
            </a:lvl7pPr>
            <a:lvl8pPr algn="l">
              <a:defRPr sz="1575" b="1">
                <a:solidFill>
                  <a:srgbClr val="16324F"/>
                </a:solidFill>
              </a:defRPr>
            </a:lvl8pPr>
            <a:lvl9pPr algn="l">
              <a:defRPr sz="15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60122-F402-4D9B-912C-D2DA3EAA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24 hourly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6AFFA-31C0-4860-9A27-9E52A59D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36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159D9A"/>
                </a:solidFill>
              </a:defRPr>
            </a:defPPr>
            <a:lvl1pPr algn="ctr">
              <a:defRPr sz="2850" b="1">
                <a:solidFill>
                  <a:srgbClr val="159D9A"/>
                </a:solidFill>
              </a:defRPr>
            </a:lvl1pPr>
            <a:lvl2pPr algn="ctr">
              <a:defRPr sz="2850" b="1">
                <a:solidFill>
                  <a:srgbClr val="159D9A"/>
                </a:solidFill>
              </a:defRPr>
            </a:lvl2pPr>
            <a:lvl3pPr algn="ctr">
              <a:defRPr sz="2850" b="1">
                <a:solidFill>
                  <a:srgbClr val="159D9A"/>
                </a:solidFill>
              </a:defRPr>
            </a:lvl3pPr>
            <a:lvl4pPr algn="ctr">
              <a:defRPr sz="2850" b="1">
                <a:solidFill>
                  <a:srgbClr val="159D9A"/>
                </a:solidFill>
              </a:defRPr>
            </a:lvl4pPr>
            <a:lvl5pPr algn="ctr">
              <a:defRPr sz="2850" b="1">
                <a:solidFill>
                  <a:srgbClr val="159D9A"/>
                </a:solidFill>
              </a:defRPr>
            </a:lvl5pPr>
            <a:lvl6pPr algn="ctr">
              <a:defRPr sz="2850" b="1">
                <a:solidFill>
                  <a:srgbClr val="159D9A"/>
                </a:solidFill>
              </a:defRPr>
            </a:lvl6pPr>
            <a:lvl7pPr algn="ctr">
              <a:defRPr sz="2850" b="1">
                <a:solidFill>
                  <a:srgbClr val="159D9A"/>
                </a:solidFill>
              </a:defRPr>
            </a:lvl7pPr>
            <a:lvl8pPr algn="ctr">
              <a:defRPr sz="2850" b="1">
                <a:solidFill>
                  <a:srgbClr val="159D9A"/>
                </a:solidFill>
              </a:defRPr>
            </a:lvl8pPr>
            <a:lvl9pPr algn="ctr">
              <a:defRPr sz="28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59D9A"/>
                </a:solidFill>
              </a:defRPr>
            </a:pPr>
            <a:r>
              <a:rPr sz="2850" b="1">
                <a:solidFill>
                  <a:srgbClr val="159D9A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71EFB-16AE-4DB6-ABD3-17B65E4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885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6B8C7-DD31-4D76-A4A8-F7953A18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A7F21-8BDE-485F-8583-0F282287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  <a:lvl1pPr algn="l">
              <a:defRPr sz="1575" b="1">
                <a:solidFill>
                  <a:srgbClr val="16324F"/>
                </a:solidFill>
              </a:defRPr>
            </a:lvl1pPr>
            <a:lvl2pPr algn="l">
              <a:defRPr sz="1575" b="1">
                <a:solidFill>
                  <a:srgbClr val="16324F"/>
                </a:solidFill>
              </a:defRPr>
            </a:lvl2pPr>
            <a:lvl3pPr algn="l">
              <a:defRPr sz="1575" b="1">
                <a:solidFill>
                  <a:srgbClr val="16324F"/>
                </a:solidFill>
              </a:defRPr>
            </a:lvl3pPr>
            <a:lvl4pPr algn="l">
              <a:defRPr sz="1575" b="1">
                <a:solidFill>
                  <a:srgbClr val="16324F"/>
                </a:solidFill>
              </a:defRPr>
            </a:lvl4pPr>
            <a:lvl5pPr algn="l">
              <a:defRPr sz="1575" b="1">
                <a:solidFill>
                  <a:srgbClr val="16324F"/>
                </a:solidFill>
              </a:defRPr>
            </a:lvl5pPr>
            <a:lvl6pPr algn="l">
              <a:defRPr sz="1575" b="1">
                <a:solidFill>
                  <a:srgbClr val="16324F"/>
                </a:solidFill>
              </a:defRPr>
            </a:lvl6pPr>
            <a:lvl7pPr algn="l">
              <a:defRPr sz="1575" b="1">
                <a:solidFill>
                  <a:srgbClr val="16324F"/>
                </a:solidFill>
              </a:defRPr>
            </a:lvl7pPr>
            <a:lvl8pPr algn="l">
              <a:defRPr sz="1575" b="1">
                <a:solidFill>
                  <a:srgbClr val="16324F"/>
                </a:solidFill>
              </a:defRPr>
            </a:lvl8pPr>
            <a:lvl9pPr algn="l">
              <a:defRPr sz="15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DETECT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8DA3C-AE86-46EE-B625-ED3E11CD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19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Training-based peaks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CEBD5-8A74-4301-BE1F-D098171B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36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159D9A"/>
                </a:solidFill>
              </a:defRPr>
            </a:defPPr>
            <a:lvl1pPr algn="ctr">
              <a:defRPr sz="2850" b="1">
                <a:solidFill>
                  <a:srgbClr val="159D9A"/>
                </a:solidFill>
              </a:defRPr>
            </a:lvl1pPr>
            <a:lvl2pPr algn="ctr">
              <a:defRPr sz="2850" b="1">
                <a:solidFill>
                  <a:srgbClr val="159D9A"/>
                </a:solidFill>
              </a:defRPr>
            </a:lvl2pPr>
            <a:lvl3pPr algn="ctr">
              <a:defRPr sz="2850" b="1">
                <a:solidFill>
                  <a:srgbClr val="159D9A"/>
                </a:solidFill>
              </a:defRPr>
            </a:lvl3pPr>
            <a:lvl4pPr algn="ctr">
              <a:defRPr sz="2850" b="1">
                <a:solidFill>
                  <a:srgbClr val="159D9A"/>
                </a:solidFill>
              </a:defRPr>
            </a:lvl4pPr>
            <a:lvl5pPr algn="ctr">
              <a:defRPr sz="2850" b="1">
                <a:solidFill>
                  <a:srgbClr val="159D9A"/>
                </a:solidFill>
              </a:defRPr>
            </a:lvl5pPr>
            <a:lvl6pPr algn="ctr">
              <a:defRPr sz="2850" b="1">
                <a:solidFill>
                  <a:srgbClr val="159D9A"/>
                </a:solidFill>
              </a:defRPr>
            </a:lvl6pPr>
            <a:lvl7pPr algn="ctr">
              <a:defRPr sz="2850" b="1">
                <a:solidFill>
                  <a:srgbClr val="159D9A"/>
                </a:solidFill>
              </a:defRPr>
            </a:lvl7pPr>
            <a:lvl8pPr algn="ctr">
              <a:defRPr sz="2850" b="1">
                <a:solidFill>
                  <a:srgbClr val="159D9A"/>
                </a:solidFill>
              </a:defRPr>
            </a:lvl8pPr>
            <a:lvl9pPr algn="ctr">
              <a:defRPr sz="28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59D9A"/>
                </a:solidFill>
              </a:defRPr>
            </a:pPr>
            <a:r>
              <a:rPr sz="2850" b="1">
                <a:solidFill>
                  <a:srgbClr val="159D9A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AAC87-98F5-4BCB-BC48-98CBE8EA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1885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30C66-F06B-4A1E-B291-F7DB014C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D5029-056C-49C1-97B3-694C0260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  <a:lvl1pPr algn="l">
              <a:defRPr sz="1575" b="1">
                <a:solidFill>
                  <a:srgbClr val="16324F"/>
                </a:solidFill>
              </a:defRPr>
            </a:lvl1pPr>
            <a:lvl2pPr algn="l">
              <a:defRPr sz="1575" b="1">
                <a:solidFill>
                  <a:srgbClr val="16324F"/>
                </a:solidFill>
              </a:defRPr>
            </a:lvl2pPr>
            <a:lvl3pPr algn="l">
              <a:defRPr sz="1575" b="1">
                <a:solidFill>
                  <a:srgbClr val="16324F"/>
                </a:solidFill>
              </a:defRPr>
            </a:lvl3pPr>
            <a:lvl4pPr algn="l">
              <a:defRPr sz="1575" b="1">
                <a:solidFill>
                  <a:srgbClr val="16324F"/>
                </a:solidFill>
              </a:defRPr>
            </a:lvl4pPr>
            <a:lvl5pPr algn="l">
              <a:defRPr sz="1575" b="1">
                <a:solidFill>
                  <a:srgbClr val="16324F"/>
                </a:solidFill>
              </a:defRPr>
            </a:lvl5pPr>
            <a:lvl6pPr algn="l">
              <a:defRPr sz="1575" b="1">
                <a:solidFill>
                  <a:srgbClr val="16324F"/>
                </a:solidFill>
              </a:defRPr>
            </a:lvl6pPr>
            <a:lvl7pPr algn="l">
              <a:defRPr sz="1575" b="1">
                <a:solidFill>
                  <a:srgbClr val="16324F"/>
                </a:solidFill>
              </a:defRPr>
            </a:lvl7pPr>
            <a:lvl8pPr algn="l">
              <a:defRPr sz="1575" b="1">
                <a:solidFill>
                  <a:srgbClr val="16324F"/>
                </a:solidFill>
              </a:defRPr>
            </a:lvl8pPr>
            <a:lvl9pPr algn="l">
              <a:defRPr sz="15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D6F6A-C4E8-47D4-AA18-C16FF937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19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Context and importance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A905E-F7B6-41A5-A2F8-25CA8C6E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28900"/>
            <a:ext cx="36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159D9A"/>
                </a:solidFill>
              </a:defRPr>
            </a:defPPr>
            <a:lvl1pPr algn="ctr">
              <a:defRPr sz="2850" b="1">
                <a:solidFill>
                  <a:srgbClr val="159D9A"/>
                </a:solidFill>
              </a:defRPr>
            </a:lvl1pPr>
            <a:lvl2pPr algn="ctr">
              <a:defRPr sz="2850" b="1">
                <a:solidFill>
                  <a:srgbClr val="159D9A"/>
                </a:solidFill>
              </a:defRPr>
            </a:lvl2pPr>
            <a:lvl3pPr algn="ctr">
              <a:defRPr sz="2850" b="1">
                <a:solidFill>
                  <a:srgbClr val="159D9A"/>
                </a:solidFill>
              </a:defRPr>
            </a:lvl3pPr>
            <a:lvl4pPr algn="ctr">
              <a:defRPr sz="2850" b="1">
                <a:solidFill>
                  <a:srgbClr val="159D9A"/>
                </a:solidFill>
              </a:defRPr>
            </a:lvl4pPr>
            <a:lvl5pPr algn="ctr">
              <a:defRPr sz="2850" b="1">
                <a:solidFill>
                  <a:srgbClr val="159D9A"/>
                </a:solidFill>
              </a:defRPr>
            </a:lvl5pPr>
            <a:lvl6pPr algn="ctr">
              <a:defRPr sz="2850" b="1">
                <a:solidFill>
                  <a:srgbClr val="159D9A"/>
                </a:solidFill>
              </a:defRPr>
            </a:lvl6pPr>
            <a:lvl7pPr algn="ctr">
              <a:defRPr sz="2850" b="1">
                <a:solidFill>
                  <a:srgbClr val="159D9A"/>
                </a:solidFill>
              </a:defRPr>
            </a:lvl7pPr>
            <a:lvl8pPr algn="ctr">
              <a:defRPr sz="2850" b="1">
                <a:solidFill>
                  <a:srgbClr val="159D9A"/>
                </a:solidFill>
              </a:defRPr>
            </a:lvl8pPr>
            <a:lvl9pPr algn="ctr">
              <a:defRPr sz="28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59D9A"/>
                </a:solidFill>
              </a:defRPr>
            </a:pPr>
            <a:r>
              <a:rPr sz="2850" b="1">
                <a:solidFill>
                  <a:srgbClr val="159D9A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19311-0C19-46AF-8A70-CC6124DE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1885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81DDE-8B6F-4343-A272-4A761F57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D0282-E9EF-4F97-A89F-44C2F36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622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  <a:lvl1pPr algn="l">
              <a:defRPr sz="1575" b="1">
                <a:solidFill>
                  <a:srgbClr val="16324F"/>
                </a:solidFill>
              </a:defRPr>
            </a:lvl1pPr>
            <a:lvl2pPr algn="l">
              <a:defRPr sz="1575" b="1">
                <a:solidFill>
                  <a:srgbClr val="16324F"/>
                </a:solidFill>
              </a:defRPr>
            </a:lvl2pPr>
            <a:lvl3pPr algn="l">
              <a:defRPr sz="1575" b="1">
                <a:solidFill>
                  <a:srgbClr val="16324F"/>
                </a:solidFill>
              </a:defRPr>
            </a:lvl3pPr>
            <a:lvl4pPr algn="l">
              <a:defRPr sz="1575" b="1">
                <a:solidFill>
                  <a:srgbClr val="16324F"/>
                </a:solidFill>
              </a:defRPr>
            </a:lvl4pPr>
            <a:lvl5pPr algn="l">
              <a:defRPr sz="1575" b="1">
                <a:solidFill>
                  <a:srgbClr val="16324F"/>
                </a:solidFill>
              </a:defRPr>
            </a:lvl5pPr>
            <a:lvl6pPr algn="l">
              <a:defRPr sz="1575" b="1">
                <a:solidFill>
                  <a:srgbClr val="16324F"/>
                </a:solidFill>
              </a:defRPr>
            </a:lvl6pPr>
            <a:lvl7pPr algn="l">
              <a:defRPr sz="1575" b="1">
                <a:solidFill>
                  <a:srgbClr val="16324F"/>
                </a:solidFill>
              </a:defRPr>
            </a:lvl7pPr>
            <a:lvl8pPr algn="l">
              <a:defRPr sz="1575" b="1">
                <a:solidFill>
                  <a:srgbClr val="16324F"/>
                </a:solidFill>
              </a:defRPr>
            </a:lvl8pPr>
            <a:lvl9pPr algn="l">
              <a:defRPr sz="15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RECOMMEND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28A18-AC6F-4D96-A6A0-42EA457E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Transparent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6FE40-DB32-4A9C-AB6B-CC1606F2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28900"/>
            <a:ext cx="36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159D9A"/>
                </a:solidFill>
              </a:defRPr>
            </a:defPPr>
            <a:lvl1pPr algn="ctr">
              <a:defRPr sz="2850" b="1">
                <a:solidFill>
                  <a:srgbClr val="159D9A"/>
                </a:solidFill>
              </a:defRPr>
            </a:lvl1pPr>
            <a:lvl2pPr algn="ctr">
              <a:defRPr sz="2850" b="1">
                <a:solidFill>
                  <a:srgbClr val="159D9A"/>
                </a:solidFill>
              </a:defRPr>
            </a:lvl2pPr>
            <a:lvl3pPr algn="ctr">
              <a:defRPr sz="2850" b="1">
                <a:solidFill>
                  <a:srgbClr val="159D9A"/>
                </a:solidFill>
              </a:defRPr>
            </a:lvl3pPr>
            <a:lvl4pPr algn="ctr">
              <a:defRPr sz="2850" b="1">
                <a:solidFill>
                  <a:srgbClr val="159D9A"/>
                </a:solidFill>
              </a:defRPr>
            </a:lvl4pPr>
            <a:lvl5pPr algn="ctr">
              <a:defRPr sz="2850" b="1">
                <a:solidFill>
                  <a:srgbClr val="159D9A"/>
                </a:solidFill>
              </a:defRPr>
            </a:lvl5pPr>
            <a:lvl6pPr algn="ctr">
              <a:defRPr sz="2850" b="1">
                <a:solidFill>
                  <a:srgbClr val="159D9A"/>
                </a:solidFill>
              </a:defRPr>
            </a:lvl6pPr>
            <a:lvl7pPr algn="ctr">
              <a:defRPr sz="2850" b="1">
                <a:solidFill>
                  <a:srgbClr val="159D9A"/>
                </a:solidFill>
              </a:defRPr>
            </a:lvl7pPr>
            <a:lvl8pPr algn="ctr">
              <a:defRPr sz="2850" b="1">
                <a:solidFill>
                  <a:srgbClr val="159D9A"/>
                </a:solidFill>
              </a:defRPr>
            </a:lvl8pPr>
            <a:lvl9pPr algn="ctr">
              <a:defRPr sz="28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59D9A"/>
                </a:solidFill>
              </a:defRPr>
            </a:pPr>
            <a:r>
              <a:rPr sz="2850" b="1">
                <a:solidFill>
                  <a:srgbClr val="159D9A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00E2D-32EB-488D-82D6-6EC5C8EC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885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618CF-A337-4FD0-A5F2-33900ED7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CAD97E-2A56-44F8-BCBE-47538D94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622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3E727-96F7-42D2-8DCC-21DBD12C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DCEFFA"/>
                </a:solidFill>
              </a:defRPr>
            </a:defPPr>
            <a:lvl1pPr algn="l">
              <a:defRPr sz="1125" b="0">
                <a:solidFill>
                  <a:srgbClr val="DCEFFA"/>
                </a:solidFill>
              </a:defRPr>
            </a:lvl1pPr>
            <a:lvl2pPr algn="l">
              <a:defRPr sz="1125" b="0">
                <a:solidFill>
                  <a:srgbClr val="DCEFFA"/>
                </a:solidFill>
              </a:defRPr>
            </a:lvl2pPr>
            <a:lvl3pPr algn="l">
              <a:defRPr sz="1125" b="0">
                <a:solidFill>
                  <a:srgbClr val="DCEFFA"/>
                </a:solidFill>
              </a:defRPr>
            </a:lvl3pPr>
            <a:lvl4pPr algn="l">
              <a:defRPr sz="1125" b="0">
                <a:solidFill>
                  <a:srgbClr val="DCEFFA"/>
                </a:solidFill>
              </a:defRPr>
            </a:lvl4pPr>
            <a:lvl5pPr algn="l">
              <a:defRPr sz="1125" b="0">
                <a:solidFill>
                  <a:srgbClr val="DCEFFA"/>
                </a:solidFill>
              </a:defRPr>
            </a:lvl5pPr>
            <a:lvl6pPr algn="l">
              <a:defRPr sz="1125" b="0">
                <a:solidFill>
                  <a:srgbClr val="DCEFFA"/>
                </a:solidFill>
              </a:defRPr>
            </a:lvl6pPr>
            <a:lvl7pPr algn="l">
              <a:defRPr sz="1125" b="0">
                <a:solidFill>
                  <a:srgbClr val="DCEFFA"/>
                </a:solidFill>
              </a:defRPr>
            </a:lvl7pPr>
            <a:lvl8pPr algn="l">
              <a:defRPr sz="1125" b="0">
                <a:solidFill>
                  <a:srgbClr val="DCEFFA"/>
                </a:solidFill>
              </a:defRPr>
            </a:lvl8pPr>
            <a:lvl9pPr algn="l">
              <a:defRPr sz="1125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CEFFA"/>
                </a:solidFill>
              </a:defRPr>
            </a:pPr>
            <a:r>
              <a:rPr sz="1125" b="0">
                <a:solidFill>
                  <a:srgbClr val="DCEFFA"/>
                </a:solidFill>
              </a:rPr>
              <a:t>Human verification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33153-92C1-43BA-A234-640B3C20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10325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</a:defRPr>
            </a:defPPr>
            <a:lvl1pPr algn="ctr">
              <a:defRPr sz="1875" b="1">
                <a:solidFill>
                  <a:srgbClr val="102A43"/>
                </a:solidFill>
              </a:defRPr>
            </a:lvl1pPr>
            <a:lvl2pPr algn="ctr">
              <a:defRPr sz="1875" b="1">
                <a:solidFill>
                  <a:srgbClr val="102A43"/>
                </a:solidFill>
              </a:defRPr>
            </a:lvl2pPr>
            <a:lvl3pPr algn="ctr">
              <a:defRPr sz="1875" b="1">
                <a:solidFill>
                  <a:srgbClr val="102A43"/>
                </a:solidFill>
              </a:defRPr>
            </a:lvl3pPr>
            <a:lvl4pPr algn="ctr">
              <a:defRPr sz="1875" b="1">
                <a:solidFill>
                  <a:srgbClr val="102A43"/>
                </a:solidFill>
              </a:defRPr>
            </a:lvl4pPr>
            <a:lvl5pPr algn="ctr">
              <a:defRPr sz="1875" b="1">
                <a:solidFill>
                  <a:srgbClr val="102A43"/>
                </a:solidFill>
              </a:defRPr>
            </a:lvl5pPr>
            <a:lvl6pPr algn="ctr">
              <a:defRPr sz="1875" b="1">
                <a:solidFill>
                  <a:srgbClr val="102A43"/>
                </a:solidFill>
              </a:defRPr>
            </a:lvl6pPr>
            <a:lvl7pPr algn="ctr">
              <a:defRPr sz="1875" b="1">
                <a:solidFill>
                  <a:srgbClr val="102A43"/>
                </a:solidFill>
              </a:defRPr>
            </a:lvl7pPr>
            <a:lvl8pPr algn="ctr">
              <a:defRPr sz="1875" b="1">
                <a:solidFill>
                  <a:srgbClr val="102A43"/>
                </a:solidFill>
              </a:defRPr>
            </a:lvl8pPr>
            <a:lvl9pPr algn="ctr"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The innovation is the verified forecast-to-decision workflow, not a claim of a new algorithm.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10E1C8-A42A-48F6-850B-F46940C2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823706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9E2B3-EAB4-46CA-B1B2-6F34485E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24843-929A-46FC-B9E3-BDA37DC4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Verified end-to-end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71C5B-DF0F-4723-9468-2D7B0E80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742D3-567A-4A91-AA11-71E760B3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9DD32-BEE6-4910-AC79-4C4F3994AC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76b5a42624a13"/>
          <a:stretch xmlns:a="http://schemas.openxmlformats.org/drawingml/2006/main"/>
        </p:blipFill>
        <p:spPr>
          <a:xfrm xmlns:a="http://schemas.openxmlformats.org/drawingml/2006/main">
            <a:off x="2525934" y="1428750"/>
            <a:ext cx="7140133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40951-9BE5-4018-A5AF-BC8DE391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52616B"/>
                </a:solidFill>
              </a:defRPr>
            </a:defPPr>
            <a:lvl1pPr algn="ctr">
              <a:defRPr sz="1275" b="0">
                <a:solidFill>
                  <a:srgbClr val="52616B"/>
                </a:solidFill>
              </a:defRPr>
            </a:lvl1pPr>
            <a:lvl2pPr algn="ctr">
              <a:defRPr sz="1275" b="0">
                <a:solidFill>
                  <a:srgbClr val="52616B"/>
                </a:solidFill>
              </a:defRPr>
            </a:lvl2pPr>
            <a:lvl3pPr algn="ctr">
              <a:defRPr sz="1275" b="0">
                <a:solidFill>
                  <a:srgbClr val="52616B"/>
                </a:solidFill>
              </a:defRPr>
            </a:lvl3pPr>
            <a:lvl4pPr algn="ctr">
              <a:defRPr sz="1275" b="0">
                <a:solidFill>
                  <a:srgbClr val="52616B"/>
                </a:solidFill>
              </a:defRPr>
            </a:lvl4pPr>
            <a:lvl5pPr algn="ctr">
              <a:defRPr sz="1275" b="0">
                <a:solidFill>
                  <a:srgbClr val="52616B"/>
                </a:solidFill>
              </a:defRPr>
            </a:lvl5pPr>
            <a:lvl6pPr algn="ctr">
              <a:defRPr sz="1275" b="0">
                <a:solidFill>
                  <a:srgbClr val="52616B"/>
                </a:solidFill>
              </a:defRPr>
            </a:lvl6pPr>
            <a:lvl7pPr algn="ctr">
              <a:defRPr sz="1275" b="0">
                <a:solidFill>
                  <a:srgbClr val="52616B"/>
                </a:solidFill>
              </a:defRPr>
            </a:lvl7pPr>
            <a:lvl8pPr algn="ctr">
              <a:defRPr sz="1275" b="0">
                <a:solidFill>
                  <a:srgbClr val="52616B"/>
                </a:solidFill>
              </a:defRPr>
            </a:lvl8pPr>
            <a:lvl9pPr algn="ctr"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Observed history and assumed future context feed a human-reviewed recommendation, never automatic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3DBD9-D208-4A24-B922-E85E4B21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864019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FDAE71-6D26-4B4B-8E1D-668A3D2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SYNTHETIC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89F7C-9222-4238-8046-AE696214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A reproducible prototype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79C47-223A-4DE1-95C5-31FF3C43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0B978-F281-4064-8A5B-DCF06472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F11B0-355C-426C-82B2-660A984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19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9F72D-AD3A-466D-9690-C810BBD0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3C517-3840-4381-8026-356ACDEA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  <a:lvl1pPr algn="l">
              <a:defRPr sz="2325" b="1">
                <a:solidFill>
                  <a:srgbClr val="16324F"/>
                </a:solidFill>
              </a:defRPr>
            </a:lvl1pPr>
            <a:lvl2pPr algn="l">
              <a:defRPr sz="2325" b="1">
                <a:solidFill>
                  <a:srgbClr val="16324F"/>
                </a:solidFill>
              </a:defRPr>
            </a:lvl2pPr>
            <a:lvl3pPr algn="l">
              <a:defRPr sz="2325" b="1">
                <a:solidFill>
                  <a:srgbClr val="16324F"/>
                </a:solidFill>
              </a:defRPr>
            </a:lvl3pPr>
            <a:lvl4pPr algn="l">
              <a:defRPr sz="2325" b="1">
                <a:solidFill>
                  <a:srgbClr val="16324F"/>
                </a:solidFill>
              </a:defRPr>
            </a:lvl4pPr>
            <a:lvl5pPr algn="l">
              <a:defRPr sz="2325" b="1">
                <a:solidFill>
                  <a:srgbClr val="16324F"/>
                </a:solidFill>
              </a:defRPr>
            </a:lvl5pPr>
            <a:lvl6pPr algn="l">
              <a:defRPr sz="2325" b="1">
                <a:solidFill>
                  <a:srgbClr val="16324F"/>
                </a:solidFill>
              </a:defRPr>
            </a:lvl6pPr>
            <a:lvl7pPr algn="l">
              <a:defRPr sz="2325" b="1">
                <a:solidFill>
                  <a:srgbClr val="16324F"/>
                </a:solidFill>
              </a:defRPr>
            </a:lvl7pPr>
            <a:lvl8pPr algn="l">
              <a:defRPr sz="2325" b="1">
                <a:solidFill>
                  <a:srgbClr val="16324F"/>
                </a:solidFill>
              </a:defRPr>
            </a:lvl8pPr>
            <a:lvl9pPr algn="l">
              <a:defRPr sz="23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4,320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36CD3-A174-4192-B5FF-F051FC56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hourly observations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BB6EC-84BA-47D3-A03D-DAB89452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81150"/>
            <a:ext cx="2419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2B2F6-2E30-4BB9-AC9B-DAA7E66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811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2D4F0-50E6-4C90-9B1B-EB48406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52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  <a:lvl1pPr algn="l">
              <a:defRPr sz="2325" b="1">
                <a:solidFill>
                  <a:srgbClr val="16324F"/>
                </a:solidFill>
              </a:defRPr>
            </a:lvl1pPr>
            <a:lvl2pPr algn="l">
              <a:defRPr sz="2325" b="1">
                <a:solidFill>
                  <a:srgbClr val="16324F"/>
                </a:solidFill>
              </a:defRPr>
            </a:lvl2pPr>
            <a:lvl3pPr algn="l">
              <a:defRPr sz="2325" b="1">
                <a:solidFill>
                  <a:srgbClr val="16324F"/>
                </a:solidFill>
              </a:defRPr>
            </a:lvl3pPr>
            <a:lvl4pPr algn="l">
              <a:defRPr sz="2325" b="1">
                <a:solidFill>
                  <a:srgbClr val="16324F"/>
                </a:solidFill>
              </a:defRPr>
            </a:lvl4pPr>
            <a:lvl5pPr algn="l">
              <a:defRPr sz="2325" b="1">
                <a:solidFill>
                  <a:srgbClr val="16324F"/>
                </a:solidFill>
              </a:defRPr>
            </a:lvl5pPr>
            <a:lvl6pPr algn="l">
              <a:defRPr sz="2325" b="1">
                <a:solidFill>
                  <a:srgbClr val="16324F"/>
                </a:solidFill>
              </a:defRPr>
            </a:lvl6pPr>
            <a:lvl7pPr algn="l">
              <a:defRPr sz="2325" b="1">
                <a:solidFill>
                  <a:srgbClr val="16324F"/>
                </a:solidFill>
              </a:defRPr>
            </a:lvl7pPr>
            <a:lvl8pPr algn="l">
              <a:defRPr sz="2325" b="1">
                <a:solidFill>
                  <a:srgbClr val="16324F"/>
                </a:solidFill>
              </a:defRPr>
            </a:lvl8pPr>
            <a:lvl9pPr algn="l">
              <a:defRPr sz="23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4,152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2E44A-D7C4-41BF-B265-6B9CAB5E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leakage-safe feature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E093C-00B2-4AC8-A05F-B42D479F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81150"/>
            <a:ext cx="2419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D05C2-064F-41CF-9230-C0A20EC8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811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CB260-BB1C-4126-B1D9-E86A2EB5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  <a:lvl1pPr algn="l">
              <a:defRPr sz="2325" b="1">
                <a:solidFill>
                  <a:srgbClr val="16324F"/>
                </a:solidFill>
              </a:defRPr>
            </a:lvl1pPr>
            <a:lvl2pPr algn="l">
              <a:defRPr sz="2325" b="1">
                <a:solidFill>
                  <a:srgbClr val="16324F"/>
                </a:solidFill>
              </a:defRPr>
            </a:lvl2pPr>
            <a:lvl3pPr algn="l">
              <a:defRPr sz="2325" b="1">
                <a:solidFill>
                  <a:srgbClr val="16324F"/>
                </a:solidFill>
              </a:defRPr>
            </a:lvl3pPr>
            <a:lvl4pPr algn="l">
              <a:defRPr sz="2325" b="1">
                <a:solidFill>
                  <a:srgbClr val="16324F"/>
                </a:solidFill>
              </a:defRPr>
            </a:lvl4pPr>
            <a:lvl5pPr algn="l">
              <a:defRPr sz="2325" b="1">
                <a:solidFill>
                  <a:srgbClr val="16324F"/>
                </a:solidFill>
              </a:defRPr>
            </a:lvl5pPr>
            <a:lvl6pPr algn="l">
              <a:defRPr sz="2325" b="1">
                <a:solidFill>
                  <a:srgbClr val="16324F"/>
                </a:solidFill>
              </a:defRPr>
            </a:lvl6pPr>
            <a:lvl7pPr algn="l">
              <a:defRPr sz="2325" b="1">
                <a:solidFill>
                  <a:srgbClr val="16324F"/>
                </a:solidFill>
              </a:defRPr>
            </a:lvl7pPr>
            <a:lvl8pPr algn="l">
              <a:defRPr sz="2325" b="1">
                <a:solidFill>
                  <a:srgbClr val="16324F"/>
                </a:solidFill>
              </a:defRPr>
            </a:lvl8pPr>
            <a:lvl9pPr algn="l">
              <a:defRPr sz="23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EBD46-17D8-4932-ADD9-6556D49A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05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fixed random seed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8861C-7779-4DD5-82B3-81DA3DBA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2419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4AFA6-B24C-4AD3-A9ED-3820FFC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C5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EB62C-B6C0-42B6-AB64-CACBD9F9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  <a:lvl1pPr algn="l">
              <a:defRPr sz="2325" b="1">
                <a:solidFill>
                  <a:srgbClr val="16324F"/>
                </a:solidFill>
              </a:defRPr>
            </a:lvl1pPr>
            <a:lvl2pPr algn="l">
              <a:defRPr sz="2325" b="1">
                <a:solidFill>
                  <a:srgbClr val="16324F"/>
                </a:solidFill>
              </a:defRPr>
            </a:lvl2pPr>
            <a:lvl3pPr algn="l">
              <a:defRPr sz="2325" b="1">
                <a:solidFill>
                  <a:srgbClr val="16324F"/>
                </a:solidFill>
              </a:defRPr>
            </a:lvl3pPr>
            <a:lvl4pPr algn="l">
              <a:defRPr sz="2325" b="1">
                <a:solidFill>
                  <a:srgbClr val="16324F"/>
                </a:solidFill>
              </a:defRPr>
            </a:lvl4pPr>
            <a:lvl5pPr algn="l">
              <a:defRPr sz="2325" b="1">
                <a:solidFill>
                  <a:srgbClr val="16324F"/>
                </a:solidFill>
              </a:defRPr>
            </a:lvl5pPr>
            <a:lvl6pPr algn="l">
              <a:defRPr sz="2325" b="1">
                <a:solidFill>
                  <a:srgbClr val="16324F"/>
                </a:solidFill>
              </a:defRPr>
            </a:lvl6pPr>
            <a:lvl7pPr algn="l">
              <a:defRPr sz="2325" b="1">
                <a:solidFill>
                  <a:srgbClr val="16324F"/>
                </a:solidFill>
              </a:defRPr>
            </a:lvl7pPr>
            <a:lvl8pPr algn="l">
              <a:defRPr sz="2325" b="1">
                <a:solidFill>
                  <a:srgbClr val="16324F"/>
                </a:solidFill>
              </a:defRPr>
            </a:lvl8pPr>
            <a:lvl9pPr algn="l">
              <a:defRPr sz="23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39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0611C-18F6-4FBF-8704-76D63C2E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05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event-like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0D978-B6D0-45AE-A3F1-D0EEB141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343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C26B2-DCC5-4894-B82D-53258796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ENERGY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62EB6-2742-4047-81AE-16C08268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</a:defRPr>
            </a:defPPr>
            <a:lvl1pPr algn="l">
              <a:defRPr sz="1425" b="1">
                <a:solidFill>
                  <a:srgbClr val="16324F"/>
                </a:solidFill>
              </a:defRPr>
            </a:lvl1pPr>
            <a:lvl2pPr algn="l">
              <a:defRPr sz="1425" b="1">
                <a:solidFill>
                  <a:srgbClr val="16324F"/>
                </a:solidFill>
              </a:defRPr>
            </a:lvl2pPr>
            <a:lvl3pPr algn="l">
              <a:defRPr sz="1425" b="1">
                <a:solidFill>
                  <a:srgbClr val="16324F"/>
                </a:solidFill>
              </a:defRPr>
            </a:lvl3pPr>
            <a:lvl4pPr algn="l">
              <a:defRPr sz="1425" b="1">
                <a:solidFill>
                  <a:srgbClr val="16324F"/>
                </a:solidFill>
              </a:defRPr>
            </a:lvl4pPr>
            <a:lvl5pPr algn="l">
              <a:defRPr sz="1425" b="1">
                <a:solidFill>
                  <a:srgbClr val="16324F"/>
                </a:solidFill>
              </a:defRPr>
            </a:lvl5pPr>
            <a:lvl6pPr algn="l">
              <a:defRPr sz="1425" b="1">
                <a:solidFill>
                  <a:srgbClr val="16324F"/>
                </a:solidFill>
              </a:defRPr>
            </a:lvl6pPr>
            <a:lvl7pPr algn="l">
              <a:defRPr sz="1425" b="1">
                <a:solidFill>
                  <a:srgbClr val="16324F"/>
                </a:solidFill>
              </a:defRPr>
            </a:lvl7pPr>
            <a:lvl8pPr algn="l">
              <a:defRPr sz="1425" b="1">
                <a:solidFill>
                  <a:srgbClr val="16324F"/>
                </a:solidFill>
              </a:defRPr>
            </a:lvl8pPr>
            <a:lvl9pPr algn="l"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consumption_kwh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E8803-5D0D-4CE1-A168-EE26B9FA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2343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829B1-E69C-4848-86E1-E5FB1A1F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WEATHER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EEA16-EC4E-411E-B9D4-1719D807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</a:defRPr>
            </a:defPPr>
            <a:lvl1pPr algn="l">
              <a:defRPr sz="1425" b="1">
                <a:solidFill>
                  <a:srgbClr val="16324F"/>
                </a:solidFill>
              </a:defRPr>
            </a:lvl1pPr>
            <a:lvl2pPr algn="l">
              <a:defRPr sz="1425" b="1">
                <a:solidFill>
                  <a:srgbClr val="16324F"/>
                </a:solidFill>
              </a:defRPr>
            </a:lvl2pPr>
            <a:lvl3pPr algn="l">
              <a:defRPr sz="1425" b="1">
                <a:solidFill>
                  <a:srgbClr val="16324F"/>
                </a:solidFill>
              </a:defRPr>
            </a:lvl3pPr>
            <a:lvl4pPr algn="l">
              <a:defRPr sz="1425" b="1">
                <a:solidFill>
                  <a:srgbClr val="16324F"/>
                </a:solidFill>
              </a:defRPr>
            </a:lvl4pPr>
            <a:lvl5pPr algn="l">
              <a:defRPr sz="1425" b="1">
                <a:solidFill>
                  <a:srgbClr val="16324F"/>
                </a:solidFill>
              </a:defRPr>
            </a:lvl5pPr>
            <a:lvl6pPr algn="l">
              <a:defRPr sz="1425" b="1">
                <a:solidFill>
                  <a:srgbClr val="16324F"/>
                </a:solidFill>
              </a:defRPr>
            </a:lvl6pPr>
            <a:lvl7pPr algn="l">
              <a:defRPr sz="1425" b="1">
                <a:solidFill>
                  <a:srgbClr val="16324F"/>
                </a:solidFill>
              </a:defRPr>
            </a:lvl7pPr>
            <a:lvl8pPr algn="l">
              <a:defRPr sz="1425" b="1">
                <a:solidFill>
                  <a:srgbClr val="16324F"/>
                </a:solidFill>
              </a:defRPr>
            </a:lvl8pPr>
            <a:lvl9pPr algn="l"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temperature_c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152B4-2B10-4FEF-80ED-C3EEB723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33750"/>
            <a:ext cx="2343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658BAB-F614-4ED2-A52D-FA4D9F9B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24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SCHEDULE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F3E87C-FD2F-4AF7-8AD7-2A9746DC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671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</a:defRPr>
            </a:defPPr>
            <a:lvl1pPr algn="l">
              <a:defRPr sz="1425" b="1">
                <a:solidFill>
                  <a:srgbClr val="16324F"/>
                </a:solidFill>
              </a:defRPr>
            </a:lvl1pPr>
            <a:lvl2pPr algn="l">
              <a:defRPr sz="1425" b="1">
                <a:solidFill>
                  <a:srgbClr val="16324F"/>
                </a:solidFill>
              </a:defRPr>
            </a:lvl2pPr>
            <a:lvl3pPr algn="l">
              <a:defRPr sz="1425" b="1">
                <a:solidFill>
                  <a:srgbClr val="16324F"/>
                </a:solidFill>
              </a:defRPr>
            </a:lvl3pPr>
            <a:lvl4pPr algn="l">
              <a:defRPr sz="1425" b="1">
                <a:solidFill>
                  <a:srgbClr val="16324F"/>
                </a:solidFill>
              </a:defRPr>
            </a:lvl4pPr>
            <a:lvl5pPr algn="l">
              <a:defRPr sz="1425" b="1">
                <a:solidFill>
                  <a:srgbClr val="16324F"/>
                </a:solidFill>
              </a:defRPr>
            </a:lvl5pPr>
            <a:lvl6pPr algn="l">
              <a:defRPr sz="1425" b="1">
                <a:solidFill>
                  <a:srgbClr val="16324F"/>
                </a:solidFill>
              </a:defRPr>
            </a:lvl6pPr>
            <a:lvl7pPr algn="l">
              <a:defRPr sz="1425" b="1">
                <a:solidFill>
                  <a:srgbClr val="16324F"/>
                </a:solidFill>
              </a:defRPr>
            </a:lvl7pPr>
            <a:lvl8pPr algn="l">
              <a:defRPr sz="1425" b="1">
                <a:solidFill>
                  <a:srgbClr val="16324F"/>
                </a:solidFill>
              </a:defRPr>
            </a:lvl8pPr>
            <a:lvl9pPr algn="l"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occupied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7866AE-90FB-4807-83D5-335F53EB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2343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D3A967-D452-46F2-BC69-91753D7C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24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CALENDAR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2B381E-4AB4-41A0-8ABF-0EBD21A3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</a:defRPr>
            </a:defPPr>
            <a:lvl1pPr algn="l">
              <a:defRPr sz="1425" b="1">
                <a:solidFill>
                  <a:srgbClr val="16324F"/>
                </a:solidFill>
              </a:defRPr>
            </a:lvl1pPr>
            <a:lvl2pPr algn="l">
              <a:defRPr sz="1425" b="1">
                <a:solidFill>
                  <a:srgbClr val="16324F"/>
                </a:solidFill>
              </a:defRPr>
            </a:lvl2pPr>
            <a:lvl3pPr algn="l">
              <a:defRPr sz="1425" b="1">
                <a:solidFill>
                  <a:srgbClr val="16324F"/>
                </a:solidFill>
              </a:defRPr>
            </a:lvl3pPr>
            <a:lvl4pPr algn="l">
              <a:defRPr sz="1425" b="1">
                <a:solidFill>
                  <a:srgbClr val="16324F"/>
                </a:solidFill>
              </a:defRPr>
            </a:lvl4pPr>
            <a:lvl5pPr algn="l">
              <a:defRPr sz="1425" b="1">
                <a:solidFill>
                  <a:srgbClr val="16324F"/>
                </a:solidFill>
              </a:defRPr>
            </a:lvl5pPr>
            <a:lvl6pPr algn="l">
              <a:defRPr sz="1425" b="1">
                <a:solidFill>
                  <a:srgbClr val="16324F"/>
                </a:solidFill>
              </a:defRPr>
            </a:lvl6pPr>
            <a:lvl7pPr algn="l">
              <a:defRPr sz="1425" b="1">
                <a:solidFill>
                  <a:srgbClr val="16324F"/>
                </a:solidFill>
              </a:defRPr>
            </a:lvl7pPr>
            <a:lvl8pPr algn="l">
              <a:defRPr sz="1425" b="1">
                <a:solidFill>
                  <a:srgbClr val="16324F"/>
                </a:solidFill>
              </a:defRPr>
            </a:lvl8pPr>
            <a:lvl9pPr algn="l"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hour and weekday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E924C-F03E-45FA-AC93-13D52D72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248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5F8118-2419-413D-8693-49F5D97C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E8B74"/>
                </a:solidFill>
              </a:defRPr>
            </a:defPPr>
            <a:lvl1pPr algn="l">
              <a:defRPr sz="1050" b="1">
                <a:solidFill>
                  <a:srgbClr val="2E8B74"/>
                </a:solidFill>
              </a:defRPr>
            </a:lvl1pPr>
            <a:lvl2pPr algn="l">
              <a:defRPr sz="1050" b="1">
                <a:solidFill>
                  <a:srgbClr val="2E8B74"/>
                </a:solidFill>
              </a:defRPr>
            </a:lvl2pPr>
            <a:lvl3pPr algn="l">
              <a:defRPr sz="1050" b="1">
                <a:solidFill>
                  <a:srgbClr val="2E8B74"/>
                </a:solidFill>
              </a:defRPr>
            </a:lvl3pPr>
            <a:lvl4pPr algn="l">
              <a:defRPr sz="1050" b="1">
                <a:solidFill>
                  <a:srgbClr val="2E8B74"/>
                </a:solidFill>
              </a:defRPr>
            </a:lvl4pPr>
            <a:lvl5pPr algn="l">
              <a:defRPr sz="1050" b="1">
                <a:solidFill>
                  <a:srgbClr val="2E8B74"/>
                </a:solidFill>
              </a:defRPr>
            </a:lvl5pPr>
            <a:lvl6pPr algn="l">
              <a:defRPr sz="1050" b="1">
                <a:solidFill>
                  <a:srgbClr val="2E8B74"/>
                </a:solidFill>
              </a:defRPr>
            </a:lvl6pPr>
            <a:lvl7pPr algn="l">
              <a:defRPr sz="1050" b="1">
                <a:solidFill>
                  <a:srgbClr val="2E8B74"/>
                </a:solidFill>
              </a:defRPr>
            </a:lvl7pPr>
            <a:lvl8pPr algn="l">
              <a:defRPr sz="1050" b="1">
                <a:solidFill>
                  <a:srgbClr val="2E8B74"/>
                </a:solidFill>
              </a:defRPr>
            </a:lvl8pPr>
            <a:lvl9pPr algn="l">
              <a:defRPr sz="10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E8B74"/>
                </a:solidFill>
              </a:defRPr>
            </a:pPr>
            <a:r>
              <a:rPr sz="1050" b="1">
                <a:solidFill>
                  <a:srgbClr val="2E8B74"/>
                </a:solidFill>
              </a:rPr>
              <a:t>Clear disclosure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3DE616-70C7-400F-A53C-25583C5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Synthetic / simulated prototype campus energy data. Not real VIT data and not evidence of real-campus accuracy.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9BC1DD-17C7-4A6F-9964-2BF5BBF4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1235487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799FC3-6135-4935-973E-732DD0CF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TIME-SERIES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C7837-A74E-49D4-BD62-6E1104A4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Time order is part of the model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3A881-595D-43FB-9F24-49C66ED1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47709-6CD8-4BF1-AE98-49C77B21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9D968-9444-4849-887C-45940315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2E4FC-0E06-41A3-B990-4BD0148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FD531-8ACA-4EA3-B6D9-8ECBED60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6324F"/>
                </a:solidFill>
              </a:defRPr>
            </a:defPPr>
            <a:lvl1pPr algn="l">
              <a:defRPr sz="2025" b="1">
                <a:solidFill>
                  <a:srgbClr val="16324F"/>
                </a:solidFill>
              </a:defRPr>
            </a:lvl1pPr>
            <a:lvl2pPr algn="l">
              <a:defRPr sz="2025" b="1">
                <a:solidFill>
                  <a:srgbClr val="16324F"/>
                </a:solidFill>
              </a:defRPr>
            </a:lvl2pPr>
            <a:lvl3pPr algn="l">
              <a:defRPr sz="2025" b="1">
                <a:solidFill>
                  <a:srgbClr val="16324F"/>
                </a:solidFill>
              </a:defRPr>
            </a:lvl3pPr>
            <a:lvl4pPr algn="l">
              <a:defRPr sz="2025" b="1">
                <a:solidFill>
                  <a:srgbClr val="16324F"/>
                </a:solidFill>
              </a:defRPr>
            </a:lvl4pPr>
            <a:lvl5pPr algn="l">
              <a:defRPr sz="2025" b="1">
                <a:solidFill>
                  <a:srgbClr val="16324F"/>
                </a:solidFill>
              </a:defRPr>
            </a:lvl5pPr>
            <a:lvl6pPr algn="l">
              <a:defRPr sz="2025" b="1">
                <a:solidFill>
                  <a:srgbClr val="16324F"/>
                </a:solidFill>
              </a:defRPr>
            </a:lvl6pPr>
            <a:lvl7pPr algn="l">
              <a:defRPr sz="2025" b="1">
                <a:solidFill>
                  <a:srgbClr val="16324F"/>
                </a:solidFill>
              </a:defRPr>
            </a:lvl7pPr>
            <a:lvl8pPr algn="l">
              <a:defRPr sz="2025" b="1">
                <a:solidFill>
                  <a:srgbClr val="16324F"/>
                </a:solidFill>
              </a:defRPr>
            </a:lvl8pPr>
            <a:lvl9pPr algn="l">
              <a:defRPr sz="20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324F"/>
                </a:solidFill>
              </a:defRPr>
            </a:pPr>
            <a:r>
              <a:rPr sz="2025" b="1">
                <a:solidFill>
                  <a:srgbClr val="16324F"/>
                </a:solidFill>
              </a:rPr>
              <a:t>2,906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10419-A3C2-403C-9BC6-BCF1A37B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08 Jan to 09 May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93D52-24E7-4CAA-AAD6-B54AC5B2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955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159D9A"/>
                </a:solidFill>
              </a:defRPr>
            </a:defPPr>
            <a:lvl1pPr algn="ctr">
              <a:defRPr sz="2850" b="1">
                <a:solidFill>
                  <a:srgbClr val="159D9A"/>
                </a:solidFill>
              </a:defRPr>
            </a:lvl1pPr>
            <a:lvl2pPr algn="ctr">
              <a:defRPr sz="2850" b="1">
                <a:solidFill>
                  <a:srgbClr val="159D9A"/>
                </a:solidFill>
              </a:defRPr>
            </a:lvl2pPr>
            <a:lvl3pPr algn="ctr">
              <a:defRPr sz="2850" b="1">
                <a:solidFill>
                  <a:srgbClr val="159D9A"/>
                </a:solidFill>
              </a:defRPr>
            </a:lvl3pPr>
            <a:lvl4pPr algn="ctr">
              <a:defRPr sz="2850" b="1">
                <a:solidFill>
                  <a:srgbClr val="159D9A"/>
                </a:solidFill>
              </a:defRPr>
            </a:lvl4pPr>
            <a:lvl5pPr algn="ctr">
              <a:defRPr sz="2850" b="1">
                <a:solidFill>
                  <a:srgbClr val="159D9A"/>
                </a:solidFill>
              </a:defRPr>
            </a:lvl5pPr>
            <a:lvl6pPr algn="ctr">
              <a:defRPr sz="2850" b="1">
                <a:solidFill>
                  <a:srgbClr val="159D9A"/>
                </a:solidFill>
              </a:defRPr>
            </a:lvl6pPr>
            <a:lvl7pPr algn="ctr">
              <a:defRPr sz="2850" b="1">
                <a:solidFill>
                  <a:srgbClr val="159D9A"/>
                </a:solidFill>
              </a:defRPr>
            </a:lvl7pPr>
            <a:lvl8pPr algn="ctr">
              <a:defRPr sz="2850" b="1">
                <a:solidFill>
                  <a:srgbClr val="159D9A"/>
                </a:solidFill>
              </a:defRPr>
            </a:lvl8pPr>
            <a:lvl9pPr algn="ctr">
              <a:defRPr sz="28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59D9A"/>
                </a:solidFill>
              </a:defRPr>
            </a:pPr>
            <a:r>
              <a:rPr sz="2850" b="1">
                <a:solidFill>
                  <a:srgbClr val="159D9A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5B8A1-DCF4-4D68-94AF-CAA22F14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E2A15-3BB1-438E-8CE8-BD79E50A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478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0B9F-1152-4AAF-B10E-AA7950A5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6324F"/>
                </a:solidFill>
              </a:defRPr>
            </a:defPPr>
            <a:lvl1pPr algn="l">
              <a:defRPr sz="2025" b="1">
                <a:solidFill>
                  <a:srgbClr val="16324F"/>
                </a:solidFill>
              </a:defRPr>
            </a:lvl1pPr>
            <a:lvl2pPr algn="l">
              <a:defRPr sz="2025" b="1">
                <a:solidFill>
                  <a:srgbClr val="16324F"/>
                </a:solidFill>
              </a:defRPr>
            </a:lvl2pPr>
            <a:lvl3pPr algn="l">
              <a:defRPr sz="2025" b="1">
                <a:solidFill>
                  <a:srgbClr val="16324F"/>
                </a:solidFill>
              </a:defRPr>
            </a:lvl3pPr>
            <a:lvl4pPr algn="l">
              <a:defRPr sz="2025" b="1">
                <a:solidFill>
                  <a:srgbClr val="16324F"/>
                </a:solidFill>
              </a:defRPr>
            </a:lvl4pPr>
            <a:lvl5pPr algn="l">
              <a:defRPr sz="2025" b="1">
                <a:solidFill>
                  <a:srgbClr val="16324F"/>
                </a:solidFill>
              </a:defRPr>
            </a:lvl5pPr>
            <a:lvl6pPr algn="l">
              <a:defRPr sz="2025" b="1">
                <a:solidFill>
                  <a:srgbClr val="16324F"/>
                </a:solidFill>
              </a:defRPr>
            </a:lvl6pPr>
            <a:lvl7pPr algn="l">
              <a:defRPr sz="2025" b="1">
                <a:solidFill>
                  <a:srgbClr val="16324F"/>
                </a:solidFill>
              </a:defRPr>
            </a:lvl7pPr>
            <a:lvl8pPr algn="l">
              <a:defRPr sz="2025" b="1">
                <a:solidFill>
                  <a:srgbClr val="16324F"/>
                </a:solidFill>
              </a:defRPr>
            </a:lvl8pPr>
            <a:lvl9pPr algn="l">
              <a:defRPr sz="20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324F"/>
                </a:solidFill>
              </a:defRPr>
            </a:pPr>
            <a:r>
              <a:rPr sz="2025" b="1">
                <a:solidFill>
                  <a:srgbClr val="16324F"/>
                </a:solidFill>
              </a:rPr>
              <a:t>622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6371E-2FCA-4D0D-B6E2-67E9F237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33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09 May to 03 Jun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648C1-1556-40F5-A6FB-6DBCDA4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159D9A"/>
                </a:solidFill>
              </a:defRPr>
            </a:defPPr>
            <a:lvl1pPr algn="ctr">
              <a:defRPr sz="2850" b="1">
                <a:solidFill>
                  <a:srgbClr val="159D9A"/>
                </a:solidFill>
              </a:defRPr>
            </a:lvl1pPr>
            <a:lvl2pPr algn="ctr">
              <a:defRPr sz="2850" b="1">
                <a:solidFill>
                  <a:srgbClr val="159D9A"/>
                </a:solidFill>
              </a:defRPr>
            </a:lvl2pPr>
            <a:lvl3pPr algn="ctr">
              <a:defRPr sz="2850" b="1">
                <a:solidFill>
                  <a:srgbClr val="159D9A"/>
                </a:solidFill>
              </a:defRPr>
            </a:lvl3pPr>
            <a:lvl4pPr algn="ctr">
              <a:defRPr sz="2850" b="1">
                <a:solidFill>
                  <a:srgbClr val="159D9A"/>
                </a:solidFill>
              </a:defRPr>
            </a:lvl4pPr>
            <a:lvl5pPr algn="ctr">
              <a:defRPr sz="2850" b="1">
                <a:solidFill>
                  <a:srgbClr val="159D9A"/>
                </a:solidFill>
              </a:defRPr>
            </a:lvl5pPr>
            <a:lvl6pPr algn="ctr">
              <a:defRPr sz="2850" b="1">
                <a:solidFill>
                  <a:srgbClr val="159D9A"/>
                </a:solidFill>
              </a:defRPr>
            </a:lvl6pPr>
            <a:lvl7pPr algn="ctr">
              <a:defRPr sz="2850" b="1">
                <a:solidFill>
                  <a:srgbClr val="159D9A"/>
                </a:solidFill>
              </a:defRPr>
            </a:lvl7pPr>
            <a:lvl8pPr algn="ctr">
              <a:defRPr sz="2850" b="1">
                <a:solidFill>
                  <a:srgbClr val="159D9A"/>
                </a:solidFill>
              </a:defRPr>
            </a:lvl8pPr>
            <a:lvl9pPr algn="ctr">
              <a:defRPr sz="28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59D9A"/>
                </a:solidFill>
              </a:defRPr>
            </a:pPr>
            <a:r>
              <a:rPr sz="2850" b="1">
                <a:solidFill>
                  <a:srgbClr val="159D9A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78B3A-887E-47C5-826C-E150D3CB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431B0-A493-4A95-9234-421E0464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FINAL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FD2F3-3B2E-490A-B6A1-9E5EC7E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</a:defRPr>
            </a:defPPr>
            <a:lvl1pPr algn="l">
              <a:defRPr sz="2025" b="1">
                <a:solidFill>
                  <a:srgbClr val="FFFFFF"/>
                </a:solidFill>
              </a:defRPr>
            </a:lvl1pPr>
            <a:lvl2pPr algn="l">
              <a:defRPr sz="2025" b="1">
                <a:solidFill>
                  <a:srgbClr val="FFFFFF"/>
                </a:solidFill>
              </a:defRPr>
            </a:lvl2pPr>
            <a:lvl3pPr algn="l">
              <a:defRPr sz="2025" b="1">
                <a:solidFill>
                  <a:srgbClr val="FFFFFF"/>
                </a:solidFill>
              </a:defRPr>
            </a:lvl3pPr>
            <a:lvl4pPr algn="l">
              <a:defRPr sz="2025" b="1">
                <a:solidFill>
                  <a:srgbClr val="FFFFFF"/>
                </a:solidFill>
              </a:defRPr>
            </a:lvl4pPr>
            <a:lvl5pPr algn="l">
              <a:defRPr sz="2025" b="1">
                <a:solidFill>
                  <a:srgbClr val="FFFFFF"/>
                </a:solidFill>
              </a:defRPr>
            </a:lvl5pPr>
            <a:lvl6pPr algn="l">
              <a:defRPr sz="2025" b="1">
                <a:solidFill>
                  <a:srgbClr val="FFFFFF"/>
                </a:solidFill>
              </a:defRPr>
            </a:lvl6pPr>
            <a:lvl7pPr algn="l">
              <a:defRPr sz="2025" b="1">
                <a:solidFill>
                  <a:srgbClr val="FFFFFF"/>
                </a:solidFill>
              </a:defRPr>
            </a:lvl7pPr>
            <a:lvl8pPr algn="l">
              <a:defRPr sz="2025" b="1">
                <a:solidFill>
                  <a:srgbClr val="FFFFFF"/>
                </a:solidFill>
              </a:defRPr>
            </a:lvl8pPr>
            <a:lvl9pPr algn="l"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624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2E8DC-5F56-4BC6-AF2F-97C8EB93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DCEFFA"/>
                </a:solidFill>
              </a:defRPr>
            </a:defPPr>
            <a:lvl1pPr algn="l">
              <a:defRPr sz="1125" b="0">
                <a:solidFill>
                  <a:srgbClr val="DCEFFA"/>
                </a:solidFill>
              </a:defRPr>
            </a:lvl1pPr>
            <a:lvl2pPr algn="l">
              <a:defRPr sz="1125" b="0">
                <a:solidFill>
                  <a:srgbClr val="DCEFFA"/>
                </a:solidFill>
              </a:defRPr>
            </a:lvl2pPr>
            <a:lvl3pPr algn="l">
              <a:defRPr sz="1125" b="0">
                <a:solidFill>
                  <a:srgbClr val="DCEFFA"/>
                </a:solidFill>
              </a:defRPr>
            </a:lvl3pPr>
            <a:lvl4pPr algn="l">
              <a:defRPr sz="1125" b="0">
                <a:solidFill>
                  <a:srgbClr val="DCEFFA"/>
                </a:solidFill>
              </a:defRPr>
            </a:lvl4pPr>
            <a:lvl5pPr algn="l">
              <a:defRPr sz="1125" b="0">
                <a:solidFill>
                  <a:srgbClr val="DCEFFA"/>
                </a:solidFill>
              </a:defRPr>
            </a:lvl5pPr>
            <a:lvl6pPr algn="l">
              <a:defRPr sz="1125" b="0">
                <a:solidFill>
                  <a:srgbClr val="DCEFFA"/>
                </a:solidFill>
              </a:defRPr>
            </a:lvl6pPr>
            <a:lvl7pPr algn="l">
              <a:defRPr sz="1125" b="0">
                <a:solidFill>
                  <a:srgbClr val="DCEFFA"/>
                </a:solidFill>
              </a:defRPr>
            </a:lvl7pPr>
            <a:lvl8pPr algn="l">
              <a:defRPr sz="1125" b="0">
                <a:solidFill>
                  <a:srgbClr val="DCEFFA"/>
                </a:solidFill>
              </a:defRPr>
            </a:lvl8pPr>
            <a:lvl9pPr algn="l">
              <a:defRPr sz="1125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CEFFA"/>
                </a:solidFill>
              </a:defRPr>
            </a:pPr>
            <a:r>
              <a:rPr sz="1125" b="0">
                <a:solidFill>
                  <a:srgbClr val="DCEFFA"/>
                </a:solidFill>
              </a:rPr>
              <a:t>04 Jun to 29 Jun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EBFC2-1AA1-4A08-B4CF-398DC315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914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FEAF3-5A42-49BC-A3BE-9DE5ED9A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324F"/>
                </a:solidFill>
              </a:defRPr>
            </a:defPPr>
            <a:lvl1pPr algn="l">
              <a:defRPr sz="1800" b="1">
                <a:solidFill>
                  <a:srgbClr val="16324F"/>
                </a:solidFill>
              </a:defRPr>
            </a:lvl1pPr>
            <a:lvl2pPr algn="l">
              <a:defRPr sz="1800" b="1">
                <a:solidFill>
                  <a:srgbClr val="16324F"/>
                </a:solidFill>
              </a:defRPr>
            </a:lvl2pPr>
            <a:lvl3pPr algn="l">
              <a:defRPr sz="1800" b="1">
                <a:solidFill>
                  <a:srgbClr val="16324F"/>
                </a:solidFill>
              </a:defRPr>
            </a:lvl3pPr>
            <a:lvl4pPr algn="l">
              <a:defRPr sz="1800" b="1">
                <a:solidFill>
                  <a:srgbClr val="16324F"/>
                </a:solidFill>
              </a:defRPr>
            </a:lvl4pPr>
            <a:lvl5pPr algn="l">
              <a:defRPr sz="1800" b="1">
                <a:solidFill>
                  <a:srgbClr val="16324F"/>
                </a:solidFill>
              </a:defRPr>
            </a:lvl5pPr>
            <a:lvl6pPr algn="l">
              <a:defRPr sz="1800" b="1">
                <a:solidFill>
                  <a:srgbClr val="16324F"/>
                </a:solidFill>
              </a:defRPr>
            </a:lvl6pPr>
            <a:lvl7pPr algn="l">
              <a:defRPr sz="1800" b="1">
                <a:solidFill>
                  <a:srgbClr val="16324F"/>
                </a:solidFill>
              </a:defRPr>
            </a:lvl7pPr>
            <a:lvl8pPr algn="l">
              <a:defRPr sz="1800" b="1">
                <a:solidFill>
                  <a:srgbClr val="16324F"/>
                </a:solidFill>
              </a:defRPr>
            </a:lvl8pPr>
            <a:lvl9pPr algn="l">
              <a:defRPr sz="18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lag_24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1146D-0326-4F1B-9B95-0AB18DD1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16B"/>
                </a:solidFill>
              </a:defRPr>
            </a:defPPr>
            <a:lvl1pPr algn="l">
              <a:defRPr sz="1275" b="0">
                <a:solidFill>
                  <a:srgbClr val="52616B"/>
                </a:solidFill>
              </a:defRPr>
            </a:lvl1pPr>
            <a:lvl2pPr algn="l">
              <a:defRPr sz="1275" b="0">
                <a:solidFill>
                  <a:srgbClr val="52616B"/>
                </a:solidFill>
              </a:defRPr>
            </a:lvl2pPr>
            <a:lvl3pPr algn="l">
              <a:defRPr sz="1275" b="0">
                <a:solidFill>
                  <a:srgbClr val="52616B"/>
                </a:solidFill>
              </a:defRPr>
            </a:lvl3pPr>
            <a:lvl4pPr algn="l">
              <a:defRPr sz="1275" b="0">
                <a:solidFill>
                  <a:srgbClr val="52616B"/>
                </a:solidFill>
              </a:defRPr>
            </a:lvl4pPr>
            <a:lvl5pPr algn="l">
              <a:defRPr sz="1275" b="0">
                <a:solidFill>
                  <a:srgbClr val="52616B"/>
                </a:solidFill>
              </a:defRPr>
            </a:lvl5pPr>
            <a:lvl6pPr algn="l">
              <a:defRPr sz="1275" b="0">
                <a:solidFill>
                  <a:srgbClr val="52616B"/>
                </a:solidFill>
              </a:defRPr>
            </a:lvl6pPr>
            <a:lvl7pPr algn="l">
              <a:defRPr sz="1275" b="0">
                <a:solidFill>
                  <a:srgbClr val="52616B"/>
                </a:solidFill>
              </a:defRPr>
            </a:lvl7pPr>
            <a:lvl8pPr algn="l">
              <a:defRPr sz="1275" b="0">
                <a:solidFill>
                  <a:srgbClr val="52616B"/>
                </a:solidFill>
              </a:defRPr>
            </a:lvl8pPr>
            <a:lvl9pPr algn="l"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actual consumption 24 hours earlier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4C1BD-2E71-418E-A9C6-F9F3FEC5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324F"/>
                </a:solidFill>
              </a:defRPr>
            </a:defPPr>
            <a:lvl1pPr algn="l">
              <a:defRPr sz="1800" b="1">
                <a:solidFill>
                  <a:srgbClr val="16324F"/>
                </a:solidFill>
              </a:defRPr>
            </a:lvl1pPr>
            <a:lvl2pPr algn="l">
              <a:defRPr sz="1800" b="1">
                <a:solidFill>
                  <a:srgbClr val="16324F"/>
                </a:solidFill>
              </a:defRPr>
            </a:lvl2pPr>
            <a:lvl3pPr algn="l">
              <a:defRPr sz="1800" b="1">
                <a:solidFill>
                  <a:srgbClr val="16324F"/>
                </a:solidFill>
              </a:defRPr>
            </a:lvl3pPr>
            <a:lvl4pPr algn="l">
              <a:defRPr sz="1800" b="1">
                <a:solidFill>
                  <a:srgbClr val="16324F"/>
                </a:solidFill>
              </a:defRPr>
            </a:lvl4pPr>
            <a:lvl5pPr algn="l">
              <a:defRPr sz="1800" b="1">
                <a:solidFill>
                  <a:srgbClr val="16324F"/>
                </a:solidFill>
              </a:defRPr>
            </a:lvl5pPr>
            <a:lvl6pPr algn="l">
              <a:defRPr sz="1800" b="1">
                <a:solidFill>
                  <a:srgbClr val="16324F"/>
                </a:solidFill>
              </a:defRPr>
            </a:lvl6pPr>
            <a:lvl7pPr algn="l">
              <a:defRPr sz="1800" b="1">
                <a:solidFill>
                  <a:srgbClr val="16324F"/>
                </a:solidFill>
              </a:defRPr>
            </a:lvl7pPr>
            <a:lvl8pPr algn="l">
              <a:defRPr sz="1800" b="1">
                <a:solidFill>
                  <a:srgbClr val="16324F"/>
                </a:solidFill>
              </a:defRPr>
            </a:lvl8pPr>
            <a:lvl9pPr algn="l">
              <a:defRPr sz="18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lag_168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B1BE4-B98E-4E08-B4C4-850DC819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148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16B"/>
                </a:solidFill>
              </a:defRPr>
            </a:defPPr>
            <a:lvl1pPr algn="l">
              <a:defRPr sz="1275" b="0">
                <a:solidFill>
                  <a:srgbClr val="52616B"/>
                </a:solidFill>
              </a:defRPr>
            </a:lvl1pPr>
            <a:lvl2pPr algn="l">
              <a:defRPr sz="1275" b="0">
                <a:solidFill>
                  <a:srgbClr val="52616B"/>
                </a:solidFill>
              </a:defRPr>
            </a:lvl2pPr>
            <a:lvl3pPr algn="l">
              <a:defRPr sz="1275" b="0">
                <a:solidFill>
                  <a:srgbClr val="52616B"/>
                </a:solidFill>
              </a:defRPr>
            </a:lvl3pPr>
            <a:lvl4pPr algn="l">
              <a:defRPr sz="1275" b="0">
                <a:solidFill>
                  <a:srgbClr val="52616B"/>
                </a:solidFill>
              </a:defRPr>
            </a:lvl4pPr>
            <a:lvl5pPr algn="l">
              <a:defRPr sz="1275" b="0">
                <a:solidFill>
                  <a:srgbClr val="52616B"/>
                </a:solidFill>
              </a:defRPr>
            </a:lvl5pPr>
            <a:lvl6pPr algn="l">
              <a:defRPr sz="1275" b="0">
                <a:solidFill>
                  <a:srgbClr val="52616B"/>
                </a:solidFill>
              </a:defRPr>
            </a:lvl6pPr>
            <a:lvl7pPr algn="l">
              <a:defRPr sz="1275" b="0">
                <a:solidFill>
                  <a:srgbClr val="52616B"/>
                </a:solidFill>
              </a:defRPr>
            </a:lvl7pPr>
            <a:lvl8pPr algn="l">
              <a:defRPr sz="1275" b="0">
                <a:solidFill>
                  <a:srgbClr val="52616B"/>
                </a:solidFill>
              </a:defRPr>
            </a:lvl8pPr>
            <a:lvl9pPr algn="l"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actual consumption one week earlier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B0BB1-95E4-4E87-B602-9DDDCD8A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33800"/>
            <a:ext cx="560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32C25-F3D5-4693-A9B7-BC96E185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2E8B74"/>
                </a:solidFill>
              </a:defRPr>
            </a:defPPr>
            <a:lvl1pPr algn="ctr">
              <a:defRPr sz="1800" b="1">
                <a:solidFill>
                  <a:srgbClr val="2E8B74"/>
                </a:solidFill>
              </a:defRPr>
            </a:lvl1pPr>
            <a:lvl2pPr algn="ctr">
              <a:defRPr sz="1800" b="1">
                <a:solidFill>
                  <a:srgbClr val="2E8B74"/>
                </a:solidFill>
              </a:defRPr>
            </a:lvl2pPr>
            <a:lvl3pPr algn="ctr">
              <a:defRPr sz="1800" b="1">
                <a:solidFill>
                  <a:srgbClr val="2E8B74"/>
                </a:solidFill>
              </a:defRPr>
            </a:lvl3pPr>
            <a:lvl4pPr algn="ctr">
              <a:defRPr sz="1800" b="1">
                <a:solidFill>
                  <a:srgbClr val="2E8B74"/>
                </a:solidFill>
              </a:defRPr>
            </a:lvl4pPr>
            <a:lvl5pPr algn="ctr">
              <a:defRPr sz="1800" b="1">
                <a:solidFill>
                  <a:srgbClr val="2E8B74"/>
                </a:solidFill>
              </a:defRPr>
            </a:lvl5pPr>
            <a:lvl6pPr algn="ctr">
              <a:defRPr sz="1800" b="1">
                <a:solidFill>
                  <a:srgbClr val="2E8B74"/>
                </a:solidFill>
              </a:defRPr>
            </a:lvl6pPr>
            <a:lvl7pPr algn="ctr">
              <a:defRPr sz="1800" b="1">
                <a:solidFill>
                  <a:srgbClr val="2E8B74"/>
                </a:solidFill>
              </a:defRPr>
            </a:lvl7pPr>
            <a:lvl8pPr algn="ctr">
              <a:defRPr sz="1800" b="1">
                <a:solidFill>
                  <a:srgbClr val="2E8B74"/>
                </a:solidFill>
              </a:defRPr>
            </a:lvl8pPr>
            <a:lvl9pPr algn="ctr">
              <a:defRPr sz="180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E8B74"/>
                </a:solidFill>
              </a:defRPr>
            </a:pPr>
            <a:r>
              <a:rPr sz="1800" b="1">
                <a:solidFill>
                  <a:srgbClr val="2E8B74"/>
                </a:solidFill>
              </a:rPr>
              <a:t>NO RANDOM SHUFFLING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4B7EF-74EE-461E-86E5-799C6EA4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02A43"/>
                </a:solidFill>
              </a:defRPr>
            </a:defPPr>
            <a:lvl1pPr algn="ctr">
              <a:defRPr sz="1350" b="0">
                <a:solidFill>
                  <a:srgbClr val="102A43"/>
                </a:solidFill>
              </a:defRPr>
            </a:lvl1pPr>
            <a:lvl2pPr algn="ctr">
              <a:defRPr sz="1350" b="0">
                <a:solidFill>
                  <a:srgbClr val="102A43"/>
                </a:solidFill>
              </a:defRPr>
            </a:lvl2pPr>
            <a:lvl3pPr algn="ctr">
              <a:defRPr sz="1350" b="0">
                <a:solidFill>
                  <a:srgbClr val="102A43"/>
                </a:solidFill>
              </a:defRPr>
            </a:lvl3pPr>
            <a:lvl4pPr algn="ctr">
              <a:defRPr sz="1350" b="0">
                <a:solidFill>
                  <a:srgbClr val="102A43"/>
                </a:solidFill>
              </a:defRPr>
            </a:lvl4pPr>
            <a:lvl5pPr algn="ctr">
              <a:defRPr sz="1350" b="0">
                <a:solidFill>
                  <a:srgbClr val="102A43"/>
                </a:solidFill>
              </a:defRPr>
            </a:lvl5pPr>
            <a:lvl6pPr algn="ctr">
              <a:defRPr sz="1350" b="0">
                <a:solidFill>
                  <a:srgbClr val="102A43"/>
                </a:solidFill>
              </a:defRPr>
            </a:lvl6pPr>
            <a:lvl7pPr algn="ctr">
              <a:defRPr sz="1350" b="0">
                <a:solidFill>
                  <a:srgbClr val="102A43"/>
                </a:solidFill>
              </a:defRPr>
            </a:lvl7pPr>
            <a:lvl8pPr algn="ctr">
              <a:defRPr sz="1350" b="0">
                <a:solidFill>
                  <a:srgbClr val="102A43"/>
                </a:solidFill>
              </a:defRPr>
            </a:lvl8pPr>
            <a:lvl9pPr algn="ctr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The model learns from the past before predicting later timestamps.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DDBC8C-BF63-4952-8F4C-F0D9121B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615314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5C2FF-92AB-4A9C-B825-661A32DA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BASELINE VS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E75BF-3378-45C8-9D20-8ECA4930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The baseline asks a hard, useful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F494A-6564-494A-A906-BF8E0D4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BB865-6D92-4577-8D4E-26F3C661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87444-3283-457A-9630-AFCB99AE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333750" cy="37528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10D03-21DB-4912-991A-50CD5844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A6257-DA20-4B13-9AAE-45BA4035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Same hour</a:t>
            </a:r>
          </a:p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yesterday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5E7C7-B730-4768-A46D-F754EAE1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</a:defRPr>
            </a:defPPr>
            <a:lvl1pPr algn="l">
              <a:defRPr sz="1350" b="0">
                <a:solidFill>
                  <a:srgbClr val="52616B"/>
                </a:solidFill>
              </a:defRPr>
            </a:lvl1pPr>
            <a:lvl2pPr algn="l">
              <a:defRPr sz="1350" b="0">
                <a:solidFill>
                  <a:srgbClr val="52616B"/>
                </a:solidFill>
              </a:defRPr>
            </a:lvl2pPr>
            <a:lvl3pPr algn="l">
              <a:defRPr sz="1350" b="0">
                <a:solidFill>
                  <a:srgbClr val="52616B"/>
                </a:solidFill>
              </a:defRPr>
            </a:lvl3pPr>
            <a:lvl4pPr algn="l">
              <a:defRPr sz="1350" b="0">
                <a:solidFill>
                  <a:srgbClr val="52616B"/>
                </a:solidFill>
              </a:defRPr>
            </a:lvl4pPr>
            <a:lvl5pPr algn="l">
              <a:defRPr sz="1350" b="0">
                <a:solidFill>
                  <a:srgbClr val="52616B"/>
                </a:solidFill>
              </a:defRPr>
            </a:lvl5pPr>
            <a:lvl6pPr algn="l">
              <a:defRPr sz="1350" b="0">
                <a:solidFill>
                  <a:srgbClr val="52616B"/>
                </a:solidFill>
              </a:defRPr>
            </a:lvl6pPr>
            <a:lvl7pPr algn="l">
              <a:defRPr sz="1350" b="0">
                <a:solidFill>
                  <a:srgbClr val="52616B"/>
                </a:solidFill>
              </a:defRPr>
            </a:lvl7pPr>
            <a:lvl8pPr algn="l">
              <a:defRPr sz="1350" b="0">
                <a:solidFill>
                  <a:srgbClr val="52616B"/>
                </a:solidFill>
              </a:defRPr>
            </a:lvl8pPr>
            <a:lvl9pPr algn="l">
              <a:defRPr sz="13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prediction(t) = actual(t - 24 h)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7C9A0-EF1A-42C1-AC5E-7858EC25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16B"/>
                </a:solidFill>
              </a:defRPr>
            </a:defPPr>
            <a:lvl1pPr algn="l">
              <a:defRPr sz="1275" b="0">
                <a:solidFill>
                  <a:srgbClr val="52616B"/>
                </a:solidFill>
              </a:defRPr>
            </a:lvl1pPr>
            <a:lvl2pPr algn="l">
              <a:defRPr sz="1275" b="0">
                <a:solidFill>
                  <a:srgbClr val="52616B"/>
                </a:solidFill>
              </a:defRPr>
            </a:lvl2pPr>
            <a:lvl3pPr algn="l">
              <a:defRPr sz="1275" b="0">
                <a:solidFill>
                  <a:srgbClr val="52616B"/>
                </a:solidFill>
              </a:defRPr>
            </a:lvl3pPr>
            <a:lvl4pPr algn="l">
              <a:defRPr sz="1275" b="0">
                <a:solidFill>
                  <a:srgbClr val="52616B"/>
                </a:solidFill>
              </a:defRPr>
            </a:lvl4pPr>
            <a:lvl5pPr algn="l">
              <a:defRPr sz="1275" b="0">
                <a:solidFill>
                  <a:srgbClr val="52616B"/>
                </a:solidFill>
              </a:defRPr>
            </a:lvl5pPr>
            <a:lvl6pPr algn="l">
              <a:defRPr sz="1275" b="0">
                <a:solidFill>
                  <a:srgbClr val="52616B"/>
                </a:solidFill>
              </a:defRPr>
            </a:lvl6pPr>
            <a:lvl7pPr algn="l">
              <a:defRPr sz="1275" b="0">
                <a:solidFill>
                  <a:srgbClr val="52616B"/>
                </a:solidFill>
              </a:defRPr>
            </a:lvl7pPr>
            <a:lvl8pPr algn="l">
              <a:defRPr sz="1275" b="0">
                <a:solidFill>
                  <a:srgbClr val="52616B"/>
                </a:solidFill>
              </a:defRPr>
            </a:lvl8pPr>
            <a:lvl9pPr algn="l"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Evaluated on the same 624 final-test timestamps as ML.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4D6DA-68D5-4914-BA74-18546405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00350"/>
            <a:ext cx="57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159D9A"/>
                </a:solidFill>
              </a:defRPr>
            </a:defPPr>
            <a:lvl1pPr algn="ctr">
              <a:defRPr sz="3300" b="1">
                <a:solidFill>
                  <a:srgbClr val="159D9A"/>
                </a:solidFill>
              </a:defRPr>
            </a:lvl1pPr>
            <a:lvl2pPr algn="ctr">
              <a:defRPr sz="3300" b="1">
                <a:solidFill>
                  <a:srgbClr val="159D9A"/>
                </a:solidFill>
              </a:defRPr>
            </a:lvl2pPr>
            <a:lvl3pPr algn="ctr">
              <a:defRPr sz="3300" b="1">
                <a:solidFill>
                  <a:srgbClr val="159D9A"/>
                </a:solidFill>
              </a:defRPr>
            </a:lvl3pPr>
            <a:lvl4pPr algn="ctr">
              <a:defRPr sz="3300" b="1">
                <a:solidFill>
                  <a:srgbClr val="159D9A"/>
                </a:solidFill>
              </a:defRPr>
            </a:lvl4pPr>
            <a:lvl5pPr algn="ctr">
              <a:defRPr sz="3300" b="1">
                <a:solidFill>
                  <a:srgbClr val="159D9A"/>
                </a:solidFill>
              </a:defRPr>
            </a:lvl5pPr>
            <a:lvl6pPr algn="ctr">
              <a:defRPr sz="3300" b="1">
                <a:solidFill>
                  <a:srgbClr val="159D9A"/>
                </a:solidFill>
              </a:defRPr>
            </a:lvl6pPr>
            <a:lvl7pPr algn="ctr">
              <a:defRPr sz="3300" b="1">
                <a:solidFill>
                  <a:srgbClr val="159D9A"/>
                </a:solidFill>
              </a:defRPr>
            </a:lvl7pPr>
            <a:lvl8pPr algn="ctr">
              <a:defRPr sz="3300" b="1">
                <a:solidFill>
                  <a:srgbClr val="159D9A"/>
                </a:solidFill>
              </a:defRPr>
            </a:lvl8pPr>
            <a:lvl9pPr algn="ctr">
              <a:defRPr sz="33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159D9A"/>
                </a:solidFill>
              </a:defRPr>
            </a:pPr>
            <a:r>
              <a:rPr sz="3300" b="1">
                <a:solidFill>
                  <a:srgbClr val="159D9A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993C2-1D1A-4367-BC9B-345E2FF4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81150"/>
            <a:ext cx="65722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DFA90-E914-4E68-BDC8-CE980B90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VALIDATION MODEL CHOICE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F9931-B4AB-468F-9420-61AA9EAF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HistGradientBoosting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7C890-12DF-40AF-8580-6007A3F0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425" b="1">
                <a:solidFill>
                  <a:srgbClr val="DCEFFA"/>
                </a:solidFill>
              </a:defRPr>
            </a:defPPr>
            <a:lvl1pPr algn="r">
              <a:defRPr sz="1425" b="1">
                <a:solidFill>
                  <a:srgbClr val="DCEFFA"/>
                </a:solidFill>
              </a:defRPr>
            </a:lvl1pPr>
            <a:lvl2pPr algn="r">
              <a:defRPr sz="1425" b="1">
                <a:solidFill>
                  <a:srgbClr val="DCEFFA"/>
                </a:solidFill>
              </a:defRPr>
            </a:lvl2pPr>
            <a:lvl3pPr algn="r">
              <a:defRPr sz="1425" b="1">
                <a:solidFill>
                  <a:srgbClr val="DCEFFA"/>
                </a:solidFill>
              </a:defRPr>
            </a:lvl3pPr>
            <a:lvl4pPr algn="r">
              <a:defRPr sz="1425" b="1">
                <a:solidFill>
                  <a:srgbClr val="DCEFFA"/>
                </a:solidFill>
              </a:defRPr>
            </a:lvl4pPr>
            <a:lvl5pPr algn="r">
              <a:defRPr sz="1425" b="1">
                <a:solidFill>
                  <a:srgbClr val="DCEFFA"/>
                </a:solidFill>
              </a:defRPr>
            </a:lvl5pPr>
            <a:lvl6pPr algn="r">
              <a:defRPr sz="1425" b="1">
                <a:solidFill>
                  <a:srgbClr val="DCEFFA"/>
                </a:solidFill>
              </a:defRPr>
            </a:lvl6pPr>
            <a:lvl7pPr algn="r">
              <a:defRPr sz="1425" b="1">
                <a:solidFill>
                  <a:srgbClr val="DCEFFA"/>
                </a:solidFill>
              </a:defRPr>
            </a:lvl7pPr>
            <a:lvl8pPr algn="r">
              <a:defRPr sz="1425" b="1">
                <a:solidFill>
                  <a:srgbClr val="DCEFFA"/>
                </a:solidFill>
              </a:defRPr>
            </a:lvl8pPr>
            <a:lvl9pPr algn="r">
              <a:defRPr sz="1425" b="1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DCEFFA"/>
                </a:solidFill>
              </a:defRPr>
            </a:pPr>
            <a:r>
              <a:rPr sz="1425" b="1">
                <a:solidFill>
                  <a:srgbClr val="DCEFFA"/>
                </a:solidFill>
              </a:rPr>
              <a:t>MAE 2.6283 kWh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8C3EF-582D-4E9B-9DFC-8C101B22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71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7C658-A28F-402A-AD19-36EE7F52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425" b="1">
                <a:solidFill>
                  <a:srgbClr val="DCEFFA"/>
                </a:solidFill>
              </a:defRPr>
            </a:defPPr>
            <a:lvl1pPr algn="r">
              <a:defRPr sz="1425" b="1">
                <a:solidFill>
                  <a:srgbClr val="DCEFFA"/>
                </a:solidFill>
              </a:defRPr>
            </a:lvl1pPr>
            <a:lvl2pPr algn="r">
              <a:defRPr sz="1425" b="1">
                <a:solidFill>
                  <a:srgbClr val="DCEFFA"/>
                </a:solidFill>
              </a:defRPr>
            </a:lvl2pPr>
            <a:lvl3pPr algn="r">
              <a:defRPr sz="1425" b="1">
                <a:solidFill>
                  <a:srgbClr val="DCEFFA"/>
                </a:solidFill>
              </a:defRPr>
            </a:lvl3pPr>
            <a:lvl4pPr algn="r">
              <a:defRPr sz="1425" b="1">
                <a:solidFill>
                  <a:srgbClr val="DCEFFA"/>
                </a:solidFill>
              </a:defRPr>
            </a:lvl4pPr>
            <a:lvl5pPr algn="r">
              <a:defRPr sz="1425" b="1">
                <a:solidFill>
                  <a:srgbClr val="DCEFFA"/>
                </a:solidFill>
              </a:defRPr>
            </a:lvl5pPr>
            <a:lvl6pPr algn="r">
              <a:defRPr sz="1425" b="1">
                <a:solidFill>
                  <a:srgbClr val="DCEFFA"/>
                </a:solidFill>
              </a:defRPr>
            </a:lvl6pPr>
            <a:lvl7pPr algn="r">
              <a:defRPr sz="1425" b="1">
                <a:solidFill>
                  <a:srgbClr val="DCEFFA"/>
                </a:solidFill>
              </a:defRPr>
            </a:lvl7pPr>
            <a:lvl8pPr algn="r">
              <a:defRPr sz="1425" b="1">
                <a:solidFill>
                  <a:srgbClr val="DCEFFA"/>
                </a:solidFill>
              </a:defRPr>
            </a:lvl8pPr>
            <a:lvl9pPr algn="r">
              <a:defRPr sz="1425" b="1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DCEFFA"/>
                </a:solidFill>
              </a:defRPr>
            </a:pPr>
            <a:r>
              <a:rPr sz="1425" b="1">
                <a:solidFill>
                  <a:srgbClr val="DCEFFA"/>
                </a:solidFill>
              </a:rPr>
              <a:t>MAE 2.6187 kWh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2AF4D-6F52-44EE-AC8C-5FA144D4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556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E0EFD-7FE9-457B-9F93-9C493C19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5562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149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0AA9B-7034-47DE-A4EB-470BA203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671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2B84B"/>
                </a:solidFill>
              </a:defRPr>
            </a:defPPr>
            <a:lvl1pPr algn="ctr">
              <a:defRPr sz="1050" b="1">
                <a:solidFill>
                  <a:srgbClr val="F2B84B"/>
                </a:solidFill>
              </a:defRPr>
            </a:lvl1pPr>
            <a:lvl2pPr algn="ctr">
              <a:defRPr sz="1050" b="1">
                <a:solidFill>
                  <a:srgbClr val="F2B84B"/>
                </a:solidFill>
              </a:defRPr>
            </a:lvl2pPr>
            <a:lvl3pPr algn="ctr">
              <a:defRPr sz="1050" b="1">
                <a:solidFill>
                  <a:srgbClr val="F2B84B"/>
                </a:solidFill>
              </a:defRPr>
            </a:lvl3pPr>
            <a:lvl4pPr algn="ctr">
              <a:defRPr sz="1050" b="1">
                <a:solidFill>
                  <a:srgbClr val="F2B84B"/>
                </a:solidFill>
              </a:defRPr>
            </a:lvl4pPr>
            <a:lvl5pPr algn="ctr">
              <a:defRPr sz="1050" b="1">
                <a:solidFill>
                  <a:srgbClr val="F2B84B"/>
                </a:solidFill>
              </a:defRPr>
            </a:lvl5pPr>
            <a:lvl6pPr algn="ctr">
              <a:defRPr sz="1050" b="1">
                <a:solidFill>
                  <a:srgbClr val="F2B84B"/>
                </a:solidFill>
              </a:defRPr>
            </a:lvl6pPr>
            <a:lvl7pPr algn="ctr">
              <a:defRPr sz="1050" b="1">
                <a:solidFill>
                  <a:srgbClr val="F2B84B"/>
                </a:solidFill>
              </a:defRPr>
            </a:lvl7pPr>
            <a:lvl8pPr algn="ctr">
              <a:defRPr sz="1050" b="1">
                <a:solidFill>
                  <a:srgbClr val="F2B84B"/>
                </a:solidFill>
              </a:defRPr>
            </a:lvl8pPr>
            <a:lvl9pPr algn="ctr">
              <a:defRPr sz="10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EFFECTIVELY TIED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2A803-D65C-4AFE-BAE5-855D2F06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10050"/>
            <a:ext cx="489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</a:defRPr>
            </a:defPPr>
            <a:lvl1pPr algn="ctr">
              <a:defRPr sz="1275" b="0">
                <a:solidFill>
                  <a:srgbClr val="FFFFFF"/>
                </a:solidFill>
              </a:defRPr>
            </a:lvl1pPr>
            <a:lvl2pPr algn="ctr">
              <a:defRPr sz="1275" b="0">
                <a:solidFill>
                  <a:srgbClr val="FFFFFF"/>
                </a:solidFill>
              </a:defRPr>
            </a:lvl2pPr>
            <a:lvl3pPr algn="ctr">
              <a:defRPr sz="1275" b="0">
                <a:solidFill>
                  <a:srgbClr val="FFFFFF"/>
                </a:solidFill>
              </a:defRPr>
            </a:lvl3pPr>
            <a:lvl4pPr algn="ctr">
              <a:defRPr sz="1275" b="0">
                <a:solidFill>
                  <a:srgbClr val="FFFFFF"/>
                </a:solidFill>
              </a:defRPr>
            </a:lvl4pPr>
            <a:lvl5pPr algn="ctr">
              <a:defRPr sz="1275" b="0">
                <a:solidFill>
                  <a:srgbClr val="FFFFFF"/>
                </a:solidFill>
              </a:defRPr>
            </a:lvl5pPr>
            <a:lvl6pPr algn="ctr">
              <a:defRPr sz="1275" b="0">
                <a:solidFill>
                  <a:srgbClr val="FFFFFF"/>
                </a:solidFill>
              </a:defRPr>
            </a:lvl6pPr>
            <a:lvl7pPr algn="ctr">
              <a:defRPr sz="1275" b="0">
                <a:solidFill>
                  <a:srgbClr val="FFFFFF"/>
                </a:solidFill>
              </a:defRPr>
            </a:lvl7pPr>
            <a:lvl8pPr algn="ctr">
              <a:defRPr sz="1275" b="0">
                <a:solidFill>
                  <a:srgbClr val="FFFFFF"/>
                </a:solidFill>
              </a:defRPr>
            </a:lvl8pPr>
            <a:lvl9pPr algn="ctr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Random Forest was selected only because canonical validation MAE was marginally lower.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07D9E-36D8-4A4F-BD65-DF734835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922514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2B88D-01E6-4188-99E6-F9DDA791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ACTUAL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035DC-BEE8-4D71-ABD7-49B8F81F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ML reduced final-test MAE by 68.61%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EF0E1-A76B-4F5A-9D7B-6B0C568A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48E9E-B74D-491C-BC88-282F7EC3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F9D4B47-BF6C-48E5-8BAA-048DBDADCB3D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657225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4551f5daf442e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D701C-832B-4706-912F-83D0F321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95450"/>
            <a:ext cx="3867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766AF-6CDF-4E13-9C4F-A2D6A6CB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FFFFFF"/>
                </a:solidFill>
              </a:defRPr>
            </a:defPPr>
            <a:lvl1pPr algn="ctr">
              <a:defRPr sz="3900" b="1">
                <a:solidFill>
                  <a:srgbClr val="FFFFFF"/>
                </a:solidFill>
              </a:defRPr>
            </a:lvl1pPr>
            <a:lvl2pPr algn="ctr">
              <a:defRPr sz="3900" b="1">
                <a:solidFill>
                  <a:srgbClr val="FFFFFF"/>
                </a:solidFill>
              </a:defRPr>
            </a:lvl2pPr>
            <a:lvl3pPr algn="ctr">
              <a:defRPr sz="3900" b="1">
                <a:solidFill>
                  <a:srgbClr val="FFFFFF"/>
                </a:solidFill>
              </a:defRPr>
            </a:lvl3pPr>
            <a:lvl4pPr algn="ctr">
              <a:defRPr sz="3900" b="1">
                <a:solidFill>
                  <a:srgbClr val="FFFFFF"/>
                </a:solidFill>
              </a:defRPr>
            </a:lvl4pPr>
            <a:lvl5pPr algn="ctr">
              <a:defRPr sz="3900" b="1">
                <a:solidFill>
                  <a:srgbClr val="FFFFFF"/>
                </a:solidFill>
              </a:defRPr>
            </a:lvl5pPr>
            <a:lvl6pPr algn="ctr">
              <a:defRPr sz="3900" b="1">
                <a:solidFill>
                  <a:srgbClr val="FFFFFF"/>
                </a:solidFill>
              </a:defRPr>
            </a:lvl6pPr>
            <a:lvl7pPr algn="ctr">
              <a:defRPr sz="3900" b="1">
                <a:solidFill>
                  <a:srgbClr val="FFFFFF"/>
                </a:solidFill>
              </a:defRPr>
            </a:lvl7pPr>
            <a:lvl8pPr algn="ctr">
              <a:defRPr sz="3900" b="1">
                <a:solidFill>
                  <a:srgbClr val="FFFFFF"/>
                </a:solidFill>
              </a:defRPr>
            </a:lvl8pPr>
            <a:lvl9pPr algn="ctr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68.61%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4B1C3-8163-4D99-BA46-4204433A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337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59D9A"/>
                </a:solidFill>
              </a:defRPr>
            </a:defPPr>
            <a:lvl1pPr algn="ctr">
              <a:defRPr sz="1575" b="1">
                <a:solidFill>
                  <a:srgbClr val="159D9A"/>
                </a:solidFill>
              </a:defRPr>
            </a:lvl1pPr>
            <a:lvl2pPr algn="ctr">
              <a:defRPr sz="1575" b="1">
                <a:solidFill>
                  <a:srgbClr val="159D9A"/>
                </a:solidFill>
              </a:defRPr>
            </a:lvl2pPr>
            <a:lvl3pPr algn="ctr">
              <a:defRPr sz="1575" b="1">
                <a:solidFill>
                  <a:srgbClr val="159D9A"/>
                </a:solidFill>
              </a:defRPr>
            </a:lvl3pPr>
            <a:lvl4pPr algn="ctr">
              <a:defRPr sz="1575" b="1">
                <a:solidFill>
                  <a:srgbClr val="159D9A"/>
                </a:solidFill>
              </a:defRPr>
            </a:lvl4pPr>
            <a:lvl5pPr algn="ctr">
              <a:defRPr sz="1575" b="1">
                <a:solidFill>
                  <a:srgbClr val="159D9A"/>
                </a:solidFill>
              </a:defRPr>
            </a:lvl5pPr>
            <a:lvl6pPr algn="ctr">
              <a:defRPr sz="1575" b="1">
                <a:solidFill>
                  <a:srgbClr val="159D9A"/>
                </a:solidFill>
              </a:defRPr>
            </a:lvl6pPr>
            <a:lvl7pPr algn="ctr">
              <a:defRPr sz="1575" b="1">
                <a:solidFill>
                  <a:srgbClr val="159D9A"/>
                </a:solidFill>
              </a:defRPr>
            </a:lvl7pPr>
            <a:lvl8pPr algn="ctr">
              <a:defRPr sz="1575" b="1">
                <a:solidFill>
                  <a:srgbClr val="159D9A"/>
                </a:solidFill>
              </a:defRPr>
            </a:lvl8pPr>
            <a:lvl9pPr algn="ctr">
              <a:defRPr sz="1575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9D9A"/>
                </a:solidFill>
              </a:defRPr>
            </a:pPr>
            <a:r>
              <a:rPr sz="1575" b="1">
                <a:solidFill>
                  <a:srgbClr val="159D9A"/>
                </a:solidFill>
              </a:rPr>
              <a:t>lower MAE than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4681D-A5CD-411B-ACC8-BD53B432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DCEFFA"/>
                </a:solidFill>
              </a:defRPr>
            </a:defPPr>
            <a:lvl1pPr algn="ctr">
              <a:defRPr sz="1275" b="0">
                <a:solidFill>
                  <a:srgbClr val="DCEFFA"/>
                </a:solidFill>
              </a:defRPr>
            </a:lvl1pPr>
            <a:lvl2pPr algn="ctr">
              <a:defRPr sz="1275" b="0">
                <a:solidFill>
                  <a:srgbClr val="DCEFFA"/>
                </a:solidFill>
              </a:defRPr>
            </a:lvl2pPr>
            <a:lvl3pPr algn="ctr">
              <a:defRPr sz="1275" b="0">
                <a:solidFill>
                  <a:srgbClr val="DCEFFA"/>
                </a:solidFill>
              </a:defRPr>
            </a:lvl3pPr>
            <a:lvl4pPr algn="ctr">
              <a:defRPr sz="1275" b="0">
                <a:solidFill>
                  <a:srgbClr val="DCEFFA"/>
                </a:solidFill>
              </a:defRPr>
            </a:lvl4pPr>
            <a:lvl5pPr algn="ctr">
              <a:defRPr sz="1275" b="0">
                <a:solidFill>
                  <a:srgbClr val="DCEFFA"/>
                </a:solidFill>
              </a:defRPr>
            </a:lvl5pPr>
            <a:lvl6pPr algn="ctr">
              <a:defRPr sz="1275" b="0">
                <a:solidFill>
                  <a:srgbClr val="DCEFFA"/>
                </a:solidFill>
              </a:defRPr>
            </a:lvl6pPr>
            <a:lvl7pPr algn="ctr">
              <a:defRPr sz="1275" b="0">
                <a:solidFill>
                  <a:srgbClr val="DCEFFA"/>
                </a:solidFill>
              </a:defRPr>
            </a:lvl7pPr>
            <a:lvl8pPr algn="ctr">
              <a:defRPr sz="1275" b="0">
                <a:solidFill>
                  <a:srgbClr val="DCEFFA"/>
                </a:solidFill>
              </a:defRPr>
            </a:lvl8pPr>
            <a:lvl9pPr algn="ctr">
              <a:defRPr sz="1275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DCEFFA"/>
                </a:solidFill>
              </a:defRPr>
            </a:pPr>
            <a:r>
              <a:rPr sz="1275" b="0">
                <a:solidFill>
                  <a:srgbClr val="DCEFFA"/>
                </a:solidFill>
              </a:rPr>
              <a:t>Baseline MAE  9.2585 kWh</a:t>
            </a:r>
          </a:p>
          <a:p xmlns:a="http://schemas.openxmlformats.org/drawingml/2006/main">
            <a:pPr algn="ctr">
              <a:defRPr sz="1275" b="0">
                <a:solidFill>
                  <a:srgbClr val="DCEFFA"/>
                </a:solidFill>
              </a:defRPr>
            </a:pPr>
            <a:r>
              <a:rPr sz="1275" b="0">
                <a:solidFill>
                  <a:srgbClr val="DCEFFA"/>
                </a:solidFill>
              </a:rPr>
              <a:t>ML MAE          2.9061 kWh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B6021-25F3-41DC-BD94-F87CCDD5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86250"/>
            <a:ext cx="38671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034BD-0915-458A-8FD8-3F64376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386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E8B74"/>
                </a:solidFill>
              </a:defRPr>
            </a:defPPr>
            <a:lvl1pPr algn="l">
              <a:defRPr sz="1050" b="1">
                <a:solidFill>
                  <a:srgbClr val="2E8B74"/>
                </a:solidFill>
              </a:defRPr>
            </a:lvl1pPr>
            <a:lvl2pPr algn="l">
              <a:defRPr sz="1050" b="1">
                <a:solidFill>
                  <a:srgbClr val="2E8B74"/>
                </a:solidFill>
              </a:defRPr>
            </a:lvl2pPr>
            <a:lvl3pPr algn="l">
              <a:defRPr sz="1050" b="1">
                <a:solidFill>
                  <a:srgbClr val="2E8B74"/>
                </a:solidFill>
              </a:defRPr>
            </a:lvl3pPr>
            <a:lvl4pPr algn="l">
              <a:defRPr sz="1050" b="1">
                <a:solidFill>
                  <a:srgbClr val="2E8B74"/>
                </a:solidFill>
              </a:defRPr>
            </a:lvl4pPr>
            <a:lvl5pPr algn="l">
              <a:defRPr sz="1050" b="1">
                <a:solidFill>
                  <a:srgbClr val="2E8B74"/>
                </a:solidFill>
              </a:defRPr>
            </a:lvl5pPr>
            <a:lvl6pPr algn="l">
              <a:defRPr sz="1050" b="1">
                <a:solidFill>
                  <a:srgbClr val="2E8B74"/>
                </a:solidFill>
              </a:defRPr>
            </a:lvl6pPr>
            <a:lvl7pPr algn="l">
              <a:defRPr sz="1050" b="1">
                <a:solidFill>
                  <a:srgbClr val="2E8B74"/>
                </a:solidFill>
              </a:defRPr>
            </a:lvl7pPr>
            <a:lvl8pPr algn="l">
              <a:defRPr sz="1050" b="1">
                <a:solidFill>
                  <a:srgbClr val="2E8B74"/>
                </a:solidFill>
              </a:defRPr>
            </a:lvl8pPr>
            <a:lvl9pPr algn="l">
              <a:defRPr sz="10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E8B74"/>
                </a:solidFill>
              </a:defRPr>
            </a:pPr>
            <a:r>
              <a:rPr sz="1050" b="1">
                <a:solidFill>
                  <a:srgbClr val="2E8B74"/>
                </a:solidFill>
              </a:rPr>
              <a:t>Result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319C8-7969-4A57-96E7-0D734A2C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244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Specific to the synthetic prototype dataset. Not guaranteed on real campus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4604C-8358-462C-BA94-60E4019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1875169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7672E-95A3-454B-8C48-355D63E8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STREAMLIT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59F8B-E18F-459D-B137-6DACDF9F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A working product, not a static mockup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0A00E-E8D1-47FC-9FAE-A0B67201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16CC8-256F-405C-931C-35C40519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2FF7A-4C86-4A7C-8474-E66A7FC80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54440f6fe4b63"/>
          <a:stretch xmlns:a="http://schemas.openxmlformats.org/drawingml/2006/main"/>
        </p:blipFill>
        <p:spPr>
          <a:xfrm xmlns:a="http://schemas.openxmlformats.org/drawingml/2006/main">
            <a:off x="1318260" y="14287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AB6C8-154C-418B-9C57-18F5B26D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2571750" cy="42100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EC7CC-C333-45E7-BB95-22AD52E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478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</a:defRPr>
            </a:defPPr>
            <a:lvl1pPr algn="ctr">
              <a:defRPr sz="3750" b="1">
                <a:solidFill>
                  <a:srgbClr val="FFFFFF"/>
                </a:solidFill>
              </a:defRPr>
            </a:lvl1pPr>
            <a:lvl2pPr algn="ctr">
              <a:defRPr sz="3750" b="1">
                <a:solidFill>
                  <a:srgbClr val="FFFFFF"/>
                </a:solidFill>
              </a:defRPr>
            </a:lvl2pPr>
            <a:lvl3pPr algn="ctr">
              <a:defRPr sz="3750" b="1">
                <a:solidFill>
                  <a:srgbClr val="FFFFFF"/>
                </a:solidFill>
              </a:defRPr>
            </a:lvl3pPr>
            <a:lvl4pPr algn="ctr">
              <a:defRPr sz="3750" b="1">
                <a:solidFill>
                  <a:srgbClr val="FFFFFF"/>
                </a:solidFill>
              </a:defRPr>
            </a:lvl4pPr>
            <a:lvl5pPr algn="ctr">
              <a:defRPr sz="3750" b="1">
                <a:solidFill>
                  <a:srgbClr val="FFFFFF"/>
                </a:solidFill>
              </a:defRPr>
            </a:lvl5pPr>
            <a:lvl6pPr algn="ctr">
              <a:defRPr sz="3750" b="1">
                <a:solidFill>
                  <a:srgbClr val="FFFFFF"/>
                </a:solidFill>
              </a:defRPr>
            </a:lvl6pPr>
            <a:lvl7pPr algn="ctr">
              <a:defRPr sz="3750" b="1">
                <a:solidFill>
                  <a:srgbClr val="FFFFFF"/>
                </a:solidFill>
              </a:defRPr>
            </a:lvl7pPr>
            <a:lvl8pPr algn="ctr">
              <a:defRPr sz="3750" b="1">
                <a:solidFill>
                  <a:srgbClr val="FFFFFF"/>
                </a:solidFill>
              </a:defRPr>
            </a:lvl8pPr>
            <a:lvl9pPr algn="ctr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14B7C-5609-4255-B446-D39A4A94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59D9A"/>
                </a:solidFill>
              </a:defRPr>
            </a:defPPr>
            <a:lvl1pPr algn="ctr">
              <a:defRPr sz="1425" b="1">
                <a:solidFill>
                  <a:srgbClr val="159D9A"/>
                </a:solidFill>
              </a:defRPr>
            </a:lvl1pPr>
            <a:lvl2pPr algn="ctr">
              <a:defRPr sz="1425" b="1">
                <a:solidFill>
                  <a:srgbClr val="159D9A"/>
                </a:solidFill>
              </a:defRPr>
            </a:lvl2pPr>
            <a:lvl3pPr algn="ctr">
              <a:defRPr sz="1425" b="1">
                <a:solidFill>
                  <a:srgbClr val="159D9A"/>
                </a:solidFill>
              </a:defRPr>
            </a:lvl3pPr>
            <a:lvl4pPr algn="ctr">
              <a:defRPr sz="1425" b="1">
                <a:solidFill>
                  <a:srgbClr val="159D9A"/>
                </a:solidFill>
              </a:defRPr>
            </a:lvl4pPr>
            <a:lvl5pPr algn="ctr">
              <a:defRPr sz="1425" b="1">
                <a:solidFill>
                  <a:srgbClr val="159D9A"/>
                </a:solidFill>
              </a:defRPr>
            </a:lvl5pPr>
            <a:lvl6pPr algn="ctr">
              <a:defRPr sz="1425" b="1">
                <a:solidFill>
                  <a:srgbClr val="159D9A"/>
                </a:solidFill>
              </a:defRPr>
            </a:lvl6pPr>
            <a:lvl7pPr algn="ctr">
              <a:defRPr sz="1425" b="1">
                <a:solidFill>
                  <a:srgbClr val="159D9A"/>
                </a:solidFill>
              </a:defRPr>
            </a:lvl7pPr>
            <a:lvl8pPr algn="ctr">
              <a:defRPr sz="1425" b="1">
                <a:solidFill>
                  <a:srgbClr val="159D9A"/>
                </a:solidFill>
              </a:defRPr>
            </a:lvl8pPr>
            <a:lvl9pPr algn="ctr">
              <a:defRPr sz="1425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9D9A"/>
                </a:solidFill>
              </a:defRPr>
            </a:pPr>
            <a:r>
              <a:rPr sz="1425" b="1">
                <a:solidFill>
                  <a:srgbClr val="159D9A"/>
                </a:solidFill>
              </a:rPr>
              <a:t>routed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013A2-B231-48EB-8A80-D9570BE2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DCEFFA"/>
                </a:solidFill>
              </a:defRPr>
            </a:defPPr>
            <a:lvl1pPr algn="l">
              <a:defRPr sz="1125" b="1">
                <a:solidFill>
                  <a:srgbClr val="DCEFFA"/>
                </a:solidFill>
              </a:defRPr>
            </a:lvl1pPr>
            <a:lvl2pPr algn="l">
              <a:defRPr sz="1125" b="1">
                <a:solidFill>
                  <a:srgbClr val="DCEFFA"/>
                </a:solidFill>
              </a:defRPr>
            </a:lvl2pPr>
            <a:lvl3pPr algn="l">
              <a:defRPr sz="1125" b="1">
                <a:solidFill>
                  <a:srgbClr val="DCEFFA"/>
                </a:solidFill>
              </a:defRPr>
            </a:lvl3pPr>
            <a:lvl4pPr algn="l">
              <a:defRPr sz="1125" b="1">
                <a:solidFill>
                  <a:srgbClr val="DCEFFA"/>
                </a:solidFill>
              </a:defRPr>
            </a:lvl4pPr>
            <a:lvl5pPr algn="l">
              <a:defRPr sz="1125" b="1">
                <a:solidFill>
                  <a:srgbClr val="DCEFFA"/>
                </a:solidFill>
              </a:defRPr>
            </a:lvl5pPr>
            <a:lvl6pPr algn="l">
              <a:defRPr sz="1125" b="1">
                <a:solidFill>
                  <a:srgbClr val="DCEFFA"/>
                </a:solidFill>
              </a:defRPr>
            </a:lvl6pPr>
            <a:lvl7pPr algn="l">
              <a:defRPr sz="1125" b="1">
                <a:solidFill>
                  <a:srgbClr val="DCEFFA"/>
                </a:solidFill>
              </a:defRPr>
            </a:lvl7pPr>
            <a:lvl8pPr algn="l">
              <a:defRPr sz="1125" b="1">
                <a:solidFill>
                  <a:srgbClr val="DCEFFA"/>
                </a:solidFill>
              </a:defRPr>
            </a:lvl8pPr>
            <a:lvl9pPr algn="l">
              <a:defRPr sz="1125" b="1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CEFFA"/>
                </a:solidFill>
              </a:defRPr>
            </a:pPr>
            <a:r>
              <a:rPr sz="1125" b="1">
                <a:solidFill>
                  <a:srgbClr val="DCEFFA"/>
                </a:solidFill>
              </a:rPr>
              <a:t>01 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5DE7B-03CB-4610-8CD5-D2F074AF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1472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DCEFFA"/>
                </a:solidFill>
              </a:defRPr>
            </a:defPPr>
            <a:lvl1pPr algn="l">
              <a:defRPr sz="1125" b="0">
                <a:solidFill>
                  <a:srgbClr val="DCEFFA"/>
                </a:solidFill>
              </a:defRPr>
            </a:lvl1pPr>
            <a:lvl2pPr algn="l">
              <a:defRPr sz="1125" b="0">
                <a:solidFill>
                  <a:srgbClr val="DCEFFA"/>
                </a:solidFill>
              </a:defRPr>
            </a:lvl2pPr>
            <a:lvl3pPr algn="l">
              <a:defRPr sz="1125" b="0">
                <a:solidFill>
                  <a:srgbClr val="DCEFFA"/>
                </a:solidFill>
              </a:defRPr>
            </a:lvl3pPr>
            <a:lvl4pPr algn="l">
              <a:defRPr sz="1125" b="0">
                <a:solidFill>
                  <a:srgbClr val="DCEFFA"/>
                </a:solidFill>
              </a:defRPr>
            </a:lvl4pPr>
            <a:lvl5pPr algn="l">
              <a:defRPr sz="1125" b="0">
                <a:solidFill>
                  <a:srgbClr val="DCEFFA"/>
                </a:solidFill>
              </a:defRPr>
            </a:lvl5pPr>
            <a:lvl6pPr algn="l">
              <a:defRPr sz="1125" b="0">
                <a:solidFill>
                  <a:srgbClr val="DCEFFA"/>
                </a:solidFill>
              </a:defRPr>
            </a:lvl6pPr>
            <a:lvl7pPr algn="l">
              <a:defRPr sz="1125" b="0">
                <a:solidFill>
                  <a:srgbClr val="DCEFFA"/>
                </a:solidFill>
              </a:defRPr>
            </a:lvl7pPr>
            <a:lvl8pPr algn="l">
              <a:defRPr sz="1125" b="0">
                <a:solidFill>
                  <a:srgbClr val="DCEFFA"/>
                </a:solidFill>
              </a:defRPr>
            </a:lvl8pPr>
            <a:lvl9pPr algn="l">
              <a:defRPr sz="1125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CEFFA"/>
                </a:solidFill>
              </a:defRPr>
            </a:pPr>
            <a:r>
              <a:rPr sz="1125" b="0">
                <a:solidFill>
                  <a:srgbClr val="DCEFFA"/>
                </a:solidFill>
              </a:rPr>
              <a:t>02  24-Hour Forecast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84570-6F70-4439-BC9C-088B756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DCEFFA"/>
                </a:solidFill>
              </a:defRPr>
            </a:defPPr>
            <a:lvl1pPr algn="l">
              <a:defRPr sz="1125" b="0">
                <a:solidFill>
                  <a:srgbClr val="DCEFFA"/>
                </a:solidFill>
              </a:defRPr>
            </a:lvl1pPr>
            <a:lvl2pPr algn="l">
              <a:defRPr sz="1125" b="0">
                <a:solidFill>
                  <a:srgbClr val="DCEFFA"/>
                </a:solidFill>
              </a:defRPr>
            </a:lvl2pPr>
            <a:lvl3pPr algn="l">
              <a:defRPr sz="1125" b="0">
                <a:solidFill>
                  <a:srgbClr val="DCEFFA"/>
                </a:solidFill>
              </a:defRPr>
            </a:lvl3pPr>
            <a:lvl4pPr algn="l">
              <a:defRPr sz="1125" b="0">
                <a:solidFill>
                  <a:srgbClr val="DCEFFA"/>
                </a:solidFill>
              </a:defRPr>
            </a:lvl4pPr>
            <a:lvl5pPr algn="l">
              <a:defRPr sz="1125" b="0">
                <a:solidFill>
                  <a:srgbClr val="DCEFFA"/>
                </a:solidFill>
              </a:defRPr>
            </a:lvl5pPr>
            <a:lvl6pPr algn="l">
              <a:defRPr sz="1125" b="0">
                <a:solidFill>
                  <a:srgbClr val="DCEFFA"/>
                </a:solidFill>
              </a:defRPr>
            </a:lvl6pPr>
            <a:lvl7pPr algn="l">
              <a:defRPr sz="1125" b="0">
                <a:solidFill>
                  <a:srgbClr val="DCEFFA"/>
                </a:solidFill>
              </a:defRPr>
            </a:lvl7pPr>
            <a:lvl8pPr algn="l">
              <a:defRPr sz="1125" b="0">
                <a:solidFill>
                  <a:srgbClr val="DCEFFA"/>
                </a:solidFill>
              </a:defRPr>
            </a:lvl8pPr>
            <a:lvl9pPr algn="l">
              <a:defRPr sz="1125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CEFFA"/>
                </a:solidFill>
              </a:defRPr>
            </a:pPr>
            <a:r>
              <a:rPr sz="1125" b="0">
                <a:solidFill>
                  <a:srgbClr val="DCEFFA"/>
                </a:solidFill>
              </a:rPr>
              <a:t>03  Model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DD848-A3E6-443F-80B6-20C57F52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338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DCEFFA"/>
                </a:solidFill>
              </a:defRPr>
            </a:defPPr>
            <a:lvl1pPr algn="l">
              <a:defRPr sz="1125" b="0">
                <a:solidFill>
                  <a:srgbClr val="DCEFFA"/>
                </a:solidFill>
              </a:defRPr>
            </a:lvl1pPr>
            <a:lvl2pPr algn="l">
              <a:defRPr sz="1125" b="0">
                <a:solidFill>
                  <a:srgbClr val="DCEFFA"/>
                </a:solidFill>
              </a:defRPr>
            </a:lvl2pPr>
            <a:lvl3pPr algn="l">
              <a:defRPr sz="1125" b="0">
                <a:solidFill>
                  <a:srgbClr val="DCEFFA"/>
                </a:solidFill>
              </a:defRPr>
            </a:lvl3pPr>
            <a:lvl4pPr algn="l">
              <a:defRPr sz="1125" b="0">
                <a:solidFill>
                  <a:srgbClr val="DCEFFA"/>
                </a:solidFill>
              </a:defRPr>
            </a:lvl4pPr>
            <a:lvl5pPr algn="l">
              <a:defRPr sz="1125" b="0">
                <a:solidFill>
                  <a:srgbClr val="DCEFFA"/>
                </a:solidFill>
              </a:defRPr>
            </a:lvl5pPr>
            <a:lvl6pPr algn="l">
              <a:defRPr sz="1125" b="0">
                <a:solidFill>
                  <a:srgbClr val="DCEFFA"/>
                </a:solidFill>
              </a:defRPr>
            </a:lvl6pPr>
            <a:lvl7pPr algn="l">
              <a:defRPr sz="1125" b="0">
                <a:solidFill>
                  <a:srgbClr val="DCEFFA"/>
                </a:solidFill>
              </a:defRPr>
            </a:lvl7pPr>
            <a:lvl8pPr algn="l">
              <a:defRPr sz="1125" b="0">
                <a:solidFill>
                  <a:srgbClr val="DCEFFA"/>
                </a:solidFill>
              </a:defRPr>
            </a:lvl8pPr>
            <a:lvl9pPr algn="l">
              <a:defRPr sz="1125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CEFFA"/>
                </a:solidFill>
              </a:defRPr>
            </a:pPr>
            <a:r>
              <a:rPr sz="1125" b="0">
                <a:solidFill>
                  <a:srgbClr val="DCEFFA"/>
                </a:solidFill>
              </a:rPr>
              <a:t>04  Peak Insights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3C6C8-89A3-4325-9CF3-B6B1372F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434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DCEFFA"/>
                </a:solidFill>
              </a:defRPr>
            </a:defPPr>
            <a:lvl1pPr algn="l">
              <a:defRPr sz="1125" b="0">
                <a:solidFill>
                  <a:srgbClr val="DCEFFA"/>
                </a:solidFill>
              </a:defRPr>
            </a:lvl1pPr>
            <a:lvl2pPr algn="l">
              <a:defRPr sz="1125" b="0">
                <a:solidFill>
                  <a:srgbClr val="DCEFFA"/>
                </a:solidFill>
              </a:defRPr>
            </a:lvl2pPr>
            <a:lvl3pPr algn="l">
              <a:defRPr sz="1125" b="0">
                <a:solidFill>
                  <a:srgbClr val="DCEFFA"/>
                </a:solidFill>
              </a:defRPr>
            </a:lvl3pPr>
            <a:lvl4pPr algn="l">
              <a:defRPr sz="1125" b="0">
                <a:solidFill>
                  <a:srgbClr val="DCEFFA"/>
                </a:solidFill>
              </a:defRPr>
            </a:lvl4pPr>
            <a:lvl5pPr algn="l">
              <a:defRPr sz="1125" b="0">
                <a:solidFill>
                  <a:srgbClr val="DCEFFA"/>
                </a:solidFill>
              </a:defRPr>
            </a:lvl5pPr>
            <a:lvl6pPr algn="l">
              <a:defRPr sz="1125" b="0">
                <a:solidFill>
                  <a:srgbClr val="DCEFFA"/>
                </a:solidFill>
              </a:defRPr>
            </a:lvl6pPr>
            <a:lvl7pPr algn="l">
              <a:defRPr sz="1125" b="0">
                <a:solidFill>
                  <a:srgbClr val="DCEFFA"/>
                </a:solidFill>
              </a:defRPr>
            </a:lvl7pPr>
            <a:lvl8pPr algn="l">
              <a:defRPr sz="1125" b="0">
                <a:solidFill>
                  <a:srgbClr val="DCEFFA"/>
                </a:solidFill>
              </a:defRPr>
            </a:lvl8pPr>
            <a:lvl9pPr algn="l">
              <a:defRPr sz="1125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CEFFA"/>
                </a:solidFill>
              </a:defRPr>
            </a:pPr>
            <a:r>
              <a:rPr sz="1125" b="0">
                <a:solidFill>
                  <a:srgbClr val="DCEFFA"/>
                </a:solidFill>
              </a:rPr>
              <a:t>05  Error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6DDA9-E277-489E-9726-51A23931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5302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DCEFFA"/>
                </a:solidFill>
              </a:defRPr>
            </a:defPPr>
            <a:lvl1pPr algn="l">
              <a:defRPr sz="1125" b="0">
                <a:solidFill>
                  <a:srgbClr val="DCEFFA"/>
                </a:solidFill>
              </a:defRPr>
            </a:lvl1pPr>
            <a:lvl2pPr algn="l">
              <a:defRPr sz="1125" b="0">
                <a:solidFill>
                  <a:srgbClr val="DCEFFA"/>
                </a:solidFill>
              </a:defRPr>
            </a:lvl2pPr>
            <a:lvl3pPr algn="l">
              <a:defRPr sz="1125" b="0">
                <a:solidFill>
                  <a:srgbClr val="DCEFFA"/>
                </a:solidFill>
              </a:defRPr>
            </a:lvl3pPr>
            <a:lvl4pPr algn="l">
              <a:defRPr sz="1125" b="0">
                <a:solidFill>
                  <a:srgbClr val="DCEFFA"/>
                </a:solidFill>
              </a:defRPr>
            </a:lvl4pPr>
            <a:lvl5pPr algn="l">
              <a:defRPr sz="1125" b="0">
                <a:solidFill>
                  <a:srgbClr val="DCEFFA"/>
                </a:solidFill>
              </a:defRPr>
            </a:lvl5pPr>
            <a:lvl6pPr algn="l">
              <a:defRPr sz="1125" b="0">
                <a:solidFill>
                  <a:srgbClr val="DCEFFA"/>
                </a:solidFill>
              </a:defRPr>
            </a:lvl6pPr>
            <a:lvl7pPr algn="l">
              <a:defRPr sz="1125" b="0">
                <a:solidFill>
                  <a:srgbClr val="DCEFFA"/>
                </a:solidFill>
              </a:defRPr>
            </a:lvl7pPr>
            <a:lvl8pPr algn="l">
              <a:defRPr sz="1125" b="0">
                <a:solidFill>
                  <a:srgbClr val="DCEFFA"/>
                </a:solidFill>
              </a:defRPr>
            </a:lvl8pPr>
            <a:lvl9pPr algn="l">
              <a:defRPr sz="1125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CEFFA"/>
                </a:solidFill>
              </a:defRPr>
            </a:pPr>
            <a:r>
              <a:rPr sz="1125" b="0">
                <a:solidFill>
                  <a:srgbClr val="DCEFFA"/>
                </a:solidFill>
              </a:rPr>
              <a:t>06  Responsible AI / About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5B436-FC5E-40F8-A5E0-8D82C037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Real Phase 2 browser capture · Synthetic / simulated prototype data</a:t>
            </a:r>
          </a:p>
        </p:txBody>
      </p:sp>
    </p:spTree>
    <p:extLst>
      <p:ext uri="{BB962C8B-B14F-4D97-AF65-F5344CB8AC3E}">
        <p14:creationId xmlns:p14="http://schemas.microsoft.com/office/powerpoint/2010/main" val="10683693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F93A4-D60B-4535-8A51-784AF3E4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NEXT 24 HOURS + PEAKS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4EF00-DF56-468D-AF7E-FFB60675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Two forecast hours cross the training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1B03E-8124-4868-B835-1117CE36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532A4-D385-4DD2-8F23-DFB92669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3701B-14E7-49A0-BA05-D3C7D6B018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3463fea20423e"/>
          <a:stretch xmlns:a="http://schemas.openxmlformats.org/drawingml/2006/main"/>
        </p:blipFill>
        <p:spPr>
          <a:xfrm xmlns:a="http://schemas.openxmlformats.org/drawingml/2006/main">
            <a:off x="552450" y="2099364"/>
            <a:ext cx="7239000" cy="267832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487A0-22F3-4689-9E39-9073C9AF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52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1FA35-5F26-4BE8-A6ED-B2799852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478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6324F"/>
                </a:solidFill>
              </a:defRPr>
            </a:defPPr>
            <a:lvl1pPr algn="l">
              <a:defRPr sz="2250" b="1">
                <a:solidFill>
                  <a:srgbClr val="16324F"/>
                </a:solidFill>
              </a:defRPr>
            </a:lvl1pPr>
            <a:lvl2pPr algn="l">
              <a:defRPr sz="2250" b="1">
                <a:solidFill>
                  <a:srgbClr val="16324F"/>
                </a:solidFill>
              </a:defRPr>
            </a:lvl2pPr>
            <a:lvl3pPr algn="l">
              <a:defRPr sz="2250" b="1">
                <a:solidFill>
                  <a:srgbClr val="16324F"/>
                </a:solidFill>
              </a:defRPr>
            </a:lvl3pPr>
            <a:lvl4pPr algn="l">
              <a:defRPr sz="2250" b="1">
                <a:solidFill>
                  <a:srgbClr val="16324F"/>
                </a:solidFill>
              </a:defRPr>
            </a:lvl4pPr>
            <a:lvl5pPr algn="l">
              <a:defRPr sz="2250" b="1">
                <a:solidFill>
                  <a:srgbClr val="16324F"/>
                </a:solidFill>
              </a:defRPr>
            </a:lvl5pPr>
            <a:lvl6pPr algn="l">
              <a:defRPr sz="2250" b="1">
                <a:solidFill>
                  <a:srgbClr val="16324F"/>
                </a:solidFill>
              </a:defRPr>
            </a:lvl6pPr>
            <a:lvl7pPr algn="l">
              <a:defRPr sz="2250" b="1">
                <a:solidFill>
                  <a:srgbClr val="16324F"/>
                </a:solidFill>
              </a:defRPr>
            </a:lvl7pPr>
            <a:lvl8pPr algn="l">
              <a:defRPr sz="2250" b="1">
                <a:solidFill>
                  <a:srgbClr val="16324F"/>
                </a:solidFill>
              </a:defRPr>
            </a:lvl8pPr>
            <a:lvl9pPr algn="l">
              <a:defRPr sz="22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12:00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CAA0E-2769-4E34-9AC3-71789AF9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859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E66C5C"/>
                </a:solidFill>
              </a:defRPr>
            </a:defPPr>
            <a:lvl1pPr algn="r">
              <a:defRPr sz="1575" b="1">
                <a:solidFill>
                  <a:srgbClr val="E66C5C"/>
                </a:solidFill>
              </a:defRPr>
            </a:lvl1pPr>
            <a:lvl2pPr algn="r">
              <a:defRPr sz="1575" b="1">
                <a:solidFill>
                  <a:srgbClr val="E66C5C"/>
                </a:solidFill>
              </a:defRPr>
            </a:lvl2pPr>
            <a:lvl3pPr algn="r">
              <a:defRPr sz="1575" b="1">
                <a:solidFill>
                  <a:srgbClr val="E66C5C"/>
                </a:solidFill>
              </a:defRPr>
            </a:lvl3pPr>
            <a:lvl4pPr algn="r">
              <a:defRPr sz="1575" b="1">
                <a:solidFill>
                  <a:srgbClr val="E66C5C"/>
                </a:solidFill>
              </a:defRPr>
            </a:lvl4pPr>
            <a:lvl5pPr algn="r">
              <a:defRPr sz="1575" b="1">
                <a:solidFill>
                  <a:srgbClr val="E66C5C"/>
                </a:solidFill>
              </a:defRPr>
            </a:lvl5pPr>
            <a:lvl6pPr algn="r">
              <a:defRPr sz="1575" b="1">
                <a:solidFill>
                  <a:srgbClr val="E66C5C"/>
                </a:solidFill>
              </a:defRPr>
            </a:lvl6pPr>
            <a:lvl7pPr algn="r">
              <a:defRPr sz="1575" b="1">
                <a:solidFill>
                  <a:srgbClr val="E66C5C"/>
                </a:solidFill>
              </a:defRPr>
            </a:lvl7pPr>
            <a:lvl8pPr algn="r">
              <a:defRPr sz="1575" b="1">
                <a:solidFill>
                  <a:srgbClr val="E66C5C"/>
                </a:solidFill>
              </a:defRPr>
            </a:lvl8pPr>
            <a:lvl9pPr algn="r">
              <a:defRPr sz="1575" b="1">
                <a:solidFill>
                  <a:srgbClr val="E66C5C"/>
                </a:solidFill>
              </a:defRPr>
            </a:lvl9pPr>
          </a:lstStyle>
          <a:p xmlns:a="http://schemas.openxmlformats.org/drawingml/2006/main">
            <a:pPr algn="r">
              <a:defRPr sz="1575" b="1">
                <a:solidFill>
                  <a:srgbClr val="E66C5C"/>
                </a:solidFill>
              </a:defRPr>
            </a:pPr>
            <a:r>
              <a:rPr sz="1575" b="1">
                <a:solidFill>
                  <a:srgbClr val="E66C5C"/>
                </a:solidFill>
              </a:rPr>
              <a:t>84.916 kWh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11C33-D2A1-4B3C-9D1A-D89CFAD6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1352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70190-1FE9-4D8A-8601-47239E99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669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324F"/>
                </a:solidFill>
              </a:defRPr>
            </a:defPPr>
            <a:lvl1pPr algn="ctr">
              <a:defRPr sz="1050" b="1">
                <a:solidFill>
                  <a:srgbClr val="16324F"/>
                </a:solidFill>
              </a:defRPr>
            </a:lvl1pPr>
            <a:lvl2pPr algn="ctr">
              <a:defRPr sz="1050" b="1">
                <a:solidFill>
                  <a:srgbClr val="16324F"/>
                </a:solidFill>
              </a:defRPr>
            </a:lvl2pPr>
            <a:lvl3pPr algn="ctr">
              <a:defRPr sz="1050" b="1">
                <a:solidFill>
                  <a:srgbClr val="16324F"/>
                </a:solidFill>
              </a:defRPr>
            </a:lvl3pPr>
            <a:lvl4pPr algn="ctr">
              <a:defRPr sz="1050" b="1">
                <a:solidFill>
                  <a:srgbClr val="16324F"/>
                </a:solidFill>
              </a:defRPr>
            </a:lvl4pPr>
            <a:lvl5pPr algn="ctr">
              <a:defRPr sz="1050" b="1">
                <a:solidFill>
                  <a:srgbClr val="16324F"/>
                </a:solidFill>
              </a:defRPr>
            </a:lvl5pPr>
            <a:lvl6pPr algn="ctr">
              <a:defRPr sz="1050" b="1">
                <a:solidFill>
                  <a:srgbClr val="16324F"/>
                </a:solidFill>
              </a:defRPr>
            </a:lvl6pPr>
            <a:lvl7pPr algn="ctr">
              <a:defRPr sz="1050" b="1">
                <a:solidFill>
                  <a:srgbClr val="16324F"/>
                </a:solidFill>
              </a:defRPr>
            </a:lvl7pPr>
            <a:lvl8pPr algn="ctr">
              <a:defRPr sz="1050" b="1">
                <a:solidFill>
                  <a:srgbClr val="16324F"/>
                </a:solidFill>
              </a:defRPr>
            </a:lvl8pPr>
            <a:lvl9pPr algn="ctr">
              <a:defRPr sz="10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324F"/>
                </a:solidFill>
              </a:defRPr>
            </a:pPr>
            <a:r>
              <a:rPr sz="1050" b="1">
                <a:solidFill>
                  <a:srgbClr val="16324F"/>
                </a:solidFill>
              </a:rPr>
              <a:t>HIGH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74B75-A484-4CC8-9048-2211CA5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3352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F9D1B-71A7-45D9-859A-4744A5CF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13:00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16442-1471-4EDF-9AEB-4668CBAF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2B84B"/>
                </a:solidFill>
              </a:defRPr>
            </a:defPPr>
            <a:lvl1pPr algn="r">
              <a:defRPr sz="1575" b="1">
                <a:solidFill>
                  <a:srgbClr val="F2B84B"/>
                </a:solidFill>
              </a:defRPr>
            </a:lvl1pPr>
            <a:lvl2pPr algn="r">
              <a:defRPr sz="1575" b="1">
                <a:solidFill>
                  <a:srgbClr val="F2B84B"/>
                </a:solidFill>
              </a:defRPr>
            </a:lvl2pPr>
            <a:lvl3pPr algn="r">
              <a:defRPr sz="1575" b="1">
                <a:solidFill>
                  <a:srgbClr val="F2B84B"/>
                </a:solidFill>
              </a:defRPr>
            </a:lvl3pPr>
            <a:lvl4pPr algn="r">
              <a:defRPr sz="1575" b="1">
                <a:solidFill>
                  <a:srgbClr val="F2B84B"/>
                </a:solidFill>
              </a:defRPr>
            </a:lvl4pPr>
            <a:lvl5pPr algn="r">
              <a:defRPr sz="1575" b="1">
                <a:solidFill>
                  <a:srgbClr val="F2B84B"/>
                </a:solidFill>
              </a:defRPr>
            </a:lvl5pPr>
            <a:lvl6pPr algn="r">
              <a:defRPr sz="1575" b="1">
                <a:solidFill>
                  <a:srgbClr val="F2B84B"/>
                </a:solidFill>
              </a:defRPr>
            </a:lvl6pPr>
            <a:lvl7pPr algn="r">
              <a:defRPr sz="1575" b="1">
                <a:solidFill>
                  <a:srgbClr val="F2B84B"/>
                </a:solidFill>
              </a:defRPr>
            </a:lvl7pPr>
            <a:lvl8pPr algn="r">
              <a:defRPr sz="1575" b="1">
                <a:solidFill>
                  <a:srgbClr val="F2B84B"/>
                </a:solidFill>
              </a:defRPr>
            </a:lvl8pPr>
            <a:lvl9pPr algn="r">
              <a:defRPr sz="1575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r">
              <a:defRPr sz="1575" b="1">
                <a:solidFill>
                  <a:srgbClr val="F2B84B"/>
                </a:solidFill>
              </a:defRPr>
            </a:pPr>
            <a:r>
              <a:rPr sz="1575" b="1">
                <a:solidFill>
                  <a:srgbClr val="F2B84B"/>
                </a:solidFill>
              </a:rPr>
              <a:t>86.109 kWh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6E9F7-FA30-4C50-BD72-A1DC6EF3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1352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FE19F-D324-413B-BD7E-533F8F8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95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E8B74"/>
                </a:solidFill>
              </a:defRPr>
            </a:defPPr>
            <a:lvl1pPr algn="ctr">
              <a:defRPr sz="1050" b="1">
                <a:solidFill>
                  <a:srgbClr val="2E8B74"/>
                </a:solidFill>
              </a:defRPr>
            </a:lvl1pPr>
            <a:lvl2pPr algn="ctr">
              <a:defRPr sz="1050" b="1">
                <a:solidFill>
                  <a:srgbClr val="2E8B74"/>
                </a:solidFill>
              </a:defRPr>
            </a:lvl2pPr>
            <a:lvl3pPr algn="ctr">
              <a:defRPr sz="1050" b="1">
                <a:solidFill>
                  <a:srgbClr val="2E8B74"/>
                </a:solidFill>
              </a:defRPr>
            </a:lvl3pPr>
            <a:lvl4pPr algn="ctr">
              <a:defRPr sz="1050" b="1">
                <a:solidFill>
                  <a:srgbClr val="2E8B74"/>
                </a:solidFill>
              </a:defRPr>
            </a:lvl4pPr>
            <a:lvl5pPr algn="ctr">
              <a:defRPr sz="1050" b="1">
                <a:solidFill>
                  <a:srgbClr val="2E8B74"/>
                </a:solidFill>
              </a:defRPr>
            </a:lvl5pPr>
            <a:lvl6pPr algn="ctr">
              <a:defRPr sz="1050" b="1">
                <a:solidFill>
                  <a:srgbClr val="2E8B74"/>
                </a:solidFill>
              </a:defRPr>
            </a:lvl6pPr>
            <a:lvl7pPr algn="ctr">
              <a:defRPr sz="1050" b="1">
                <a:solidFill>
                  <a:srgbClr val="2E8B74"/>
                </a:solidFill>
              </a:defRPr>
            </a:lvl7pPr>
            <a:lvl8pPr algn="ctr">
              <a:defRPr sz="1050" b="1">
                <a:solidFill>
                  <a:srgbClr val="2E8B74"/>
                </a:solidFill>
              </a:defRPr>
            </a:lvl8pPr>
            <a:lvl9pPr algn="ctr">
              <a:defRPr sz="10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E8B74"/>
                </a:solidFill>
              </a:defRPr>
            </a:pPr>
            <a:r>
              <a:rPr sz="1050" b="1">
                <a:solidFill>
                  <a:srgbClr val="2E8B74"/>
                </a:solidFill>
              </a:rPr>
              <a:t>HIGH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6DD12-1D51-4FD9-8471-39C4DA3D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8160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defRPr sz="1350" b="1">
                <a:solidFill>
                  <a:srgbClr val="102A43"/>
                </a:solidFill>
              </a:defRPr>
            </a:lvl1pPr>
            <a:lvl2pPr algn="ctr">
              <a:defRPr sz="1350" b="1">
                <a:solidFill>
                  <a:srgbClr val="102A43"/>
                </a:solidFill>
              </a:defRPr>
            </a:lvl2pPr>
            <a:lvl3pPr algn="ctr">
              <a:defRPr sz="1350" b="1">
                <a:solidFill>
                  <a:srgbClr val="102A43"/>
                </a:solidFill>
              </a:defRPr>
            </a:lvl3pPr>
            <a:lvl4pPr algn="ctr">
              <a:defRPr sz="1350" b="1">
                <a:solidFill>
                  <a:srgbClr val="102A43"/>
                </a:solidFill>
              </a:defRPr>
            </a:lvl4pPr>
            <a:lvl5pPr algn="ctr">
              <a:defRPr sz="1350" b="1">
                <a:solidFill>
                  <a:srgbClr val="102A43"/>
                </a:solidFill>
              </a:defRPr>
            </a:lvl5pPr>
            <a:lvl6pPr algn="ctr">
              <a:defRPr sz="1350" b="1">
                <a:solidFill>
                  <a:srgbClr val="102A43"/>
                </a:solidFill>
              </a:defRPr>
            </a:lvl6pPr>
            <a:lvl7pPr algn="ctr">
              <a:defRPr sz="1350" b="1">
                <a:solidFill>
                  <a:srgbClr val="102A43"/>
                </a:solidFill>
              </a:defRPr>
            </a:lvl7pPr>
            <a:lvl8pPr algn="ctr">
              <a:defRPr sz="1350" b="1">
                <a:solidFill>
                  <a:srgbClr val="102A43"/>
                </a:solidFill>
              </a:defRPr>
            </a:lvl8pPr>
            <a:lvl9pPr algn="ctr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Training 90th percentile  84.882 kWh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D265E-4E37-429E-AFC1-F6204453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52616B"/>
                </a:solidFill>
              </a:defRPr>
            </a:defPPr>
            <a:lvl1pPr algn="ctr">
              <a:defRPr sz="1275" b="0">
                <a:solidFill>
                  <a:srgbClr val="52616B"/>
                </a:solidFill>
              </a:defRPr>
            </a:lvl1pPr>
            <a:lvl2pPr algn="ctr">
              <a:defRPr sz="1275" b="0">
                <a:solidFill>
                  <a:srgbClr val="52616B"/>
                </a:solidFill>
              </a:defRPr>
            </a:lvl2pPr>
            <a:lvl3pPr algn="ctr">
              <a:defRPr sz="1275" b="0">
                <a:solidFill>
                  <a:srgbClr val="52616B"/>
                </a:solidFill>
              </a:defRPr>
            </a:lvl3pPr>
            <a:lvl4pPr algn="ctr">
              <a:defRPr sz="1275" b="0">
                <a:solidFill>
                  <a:srgbClr val="52616B"/>
                </a:solidFill>
              </a:defRPr>
            </a:lvl4pPr>
            <a:lvl5pPr algn="ctr">
              <a:defRPr sz="1275" b="0">
                <a:solidFill>
                  <a:srgbClr val="52616B"/>
                </a:solidFill>
              </a:defRPr>
            </a:lvl5pPr>
            <a:lvl6pPr algn="ctr">
              <a:defRPr sz="1275" b="0">
                <a:solidFill>
                  <a:srgbClr val="52616B"/>
                </a:solidFill>
              </a:defRPr>
            </a:lvl6pPr>
            <a:lvl7pPr algn="ctr">
              <a:defRPr sz="1275" b="0">
                <a:solidFill>
                  <a:srgbClr val="52616B"/>
                </a:solidFill>
              </a:defRPr>
            </a:lvl7pPr>
            <a:lvl8pPr algn="ctr">
              <a:defRPr sz="1275" b="0">
                <a:solidFill>
                  <a:srgbClr val="52616B"/>
                </a:solidFill>
              </a:defRPr>
            </a:lvl8pPr>
            <a:lvl9pPr algn="ctr"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Temperature and occupancy are explicit assumptions. Lags use observed history only.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A7E45-557D-4014-9CB1-635753F6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18981466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D55988-80FC-45FF-BF93-59FA5D03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FROM PREDICTION TO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56427-A48A-43B5-82C8-A7D1673D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Turn a peak into a defensible manager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A2F24-47CE-4DE4-AE70-6E994883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94C6-D20C-43AE-BC59-7EB3616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88B39-F9D5-427E-9B15-CF7ACEC3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EC41A-216C-4FE8-880B-8A80EDB6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E8B74"/>
                </a:solidFill>
              </a:defRPr>
            </a:defPPr>
            <a:lvl1pPr algn="ctr">
              <a:defRPr sz="1050" b="1">
                <a:solidFill>
                  <a:srgbClr val="2E8B74"/>
                </a:solidFill>
              </a:defRPr>
            </a:lvl1pPr>
            <a:lvl2pPr algn="ctr">
              <a:defRPr sz="1050" b="1">
                <a:solidFill>
                  <a:srgbClr val="2E8B74"/>
                </a:solidFill>
              </a:defRPr>
            </a:lvl2pPr>
            <a:lvl3pPr algn="ctr">
              <a:defRPr sz="1050" b="1">
                <a:solidFill>
                  <a:srgbClr val="2E8B74"/>
                </a:solidFill>
              </a:defRPr>
            </a:lvl3pPr>
            <a:lvl4pPr algn="ctr">
              <a:defRPr sz="1050" b="1">
                <a:solidFill>
                  <a:srgbClr val="2E8B74"/>
                </a:solidFill>
              </a:defRPr>
            </a:lvl4pPr>
            <a:lvl5pPr algn="ctr">
              <a:defRPr sz="1050" b="1">
                <a:solidFill>
                  <a:srgbClr val="2E8B74"/>
                </a:solidFill>
              </a:defRPr>
            </a:lvl5pPr>
            <a:lvl6pPr algn="ctr">
              <a:defRPr sz="1050" b="1">
                <a:solidFill>
                  <a:srgbClr val="2E8B74"/>
                </a:solidFill>
              </a:defRPr>
            </a:lvl6pPr>
            <a:lvl7pPr algn="ctr">
              <a:defRPr sz="1050" b="1">
                <a:solidFill>
                  <a:srgbClr val="2E8B74"/>
                </a:solidFill>
              </a:defRPr>
            </a:lvl7pPr>
            <a:lvl8pPr algn="ctr">
              <a:defRPr sz="1050" b="1">
                <a:solidFill>
                  <a:srgbClr val="2E8B74"/>
                </a:solidFill>
              </a:defRPr>
            </a:lvl8pPr>
            <a:lvl9pPr algn="ctr">
              <a:defRPr sz="10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E8B74"/>
                </a:solidFill>
              </a:defRPr>
            </a:pPr>
            <a:r>
              <a:rPr sz="1050" b="1">
                <a:solidFill>
                  <a:srgbClr val="2E8B74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97452-D4CA-4490-B53D-5DD8982C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81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59D9A"/>
                </a:solidFill>
              </a:defRPr>
            </a:defPPr>
            <a:lvl1pPr algn="l">
              <a:defRPr sz="1275" b="1">
                <a:solidFill>
                  <a:srgbClr val="159D9A"/>
                </a:solidFill>
              </a:defRPr>
            </a:lvl1pPr>
            <a:lvl2pPr algn="l">
              <a:defRPr sz="1275" b="1">
                <a:solidFill>
                  <a:srgbClr val="159D9A"/>
                </a:solidFill>
              </a:defRPr>
            </a:lvl2pPr>
            <a:lvl3pPr algn="l">
              <a:defRPr sz="1275" b="1">
                <a:solidFill>
                  <a:srgbClr val="159D9A"/>
                </a:solidFill>
              </a:defRPr>
            </a:lvl3pPr>
            <a:lvl4pPr algn="l">
              <a:defRPr sz="1275" b="1">
                <a:solidFill>
                  <a:srgbClr val="159D9A"/>
                </a:solidFill>
              </a:defRPr>
            </a:lvl4pPr>
            <a:lvl5pPr algn="l">
              <a:defRPr sz="1275" b="1">
                <a:solidFill>
                  <a:srgbClr val="159D9A"/>
                </a:solidFill>
              </a:defRPr>
            </a:lvl5pPr>
            <a:lvl6pPr algn="l">
              <a:defRPr sz="1275" b="1">
                <a:solidFill>
                  <a:srgbClr val="159D9A"/>
                </a:solidFill>
              </a:defRPr>
            </a:lvl6pPr>
            <a:lvl7pPr algn="l">
              <a:defRPr sz="1275" b="1">
                <a:solidFill>
                  <a:srgbClr val="159D9A"/>
                </a:solidFill>
              </a:defRPr>
            </a:lvl7pPr>
            <a:lvl8pPr algn="l">
              <a:defRPr sz="1275" b="1">
                <a:solidFill>
                  <a:srgbClr val="159D9A"/>
                </a:solidFill>
              </a:defRPr>
            </a:lvl8pPr>
            <a:lvl9pPr algn="l">
              <a:defRPr sz="1275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9D9A"/>
                </a:solidFill>
              </a:defRPr>
            </a:pPr>
            <a:r>
              <a:rPr sz="1275" b="1">
                <a:solidFill>
                  <a:srgbClr val="159D9A"/>
                </a:solidFill>
              </a:rPr>
              <a:t>PEAK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38DE3-48A0-4BA7-AC5B-F857324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6324F"/>
                </a:solidFill>
              </a:defRPr>
            </a:defPPr>
            <a:lvl1pPr algn="l">
              <a:defRPr sz="1725" b="1">
                <a:solidFill>
                  <a:srgbClr val="16324F"/>
                </a:solidFill>
              </a:defRPr>
            </a:lvl1pPr>
            <a:lvl2pPr algn="l">
              <a:defRPr sz="1725" b="1">
                <a:solidFill>
                  <a:srgbClr val="16324F"/>
                </a:solidFill>
              </a:defRPr>
            </a:lvl2pPr>
            <a:lvl3pPr algn="l">
              <a:defRPr sz="1725" b="1">
                <a:solidFill>
                  <a:srgbClr val="16324F"/>
                </a:solidFill>
              </a:defRPr>
            </a:lvl3pPr>
            <a:lvl4pPr algn="l">
              <a:defRPr sz="1725" b="1">
                <a:solidFill>
                  <a:srgbClr val="16324F"/>
                </a:solidFill>
              </a:defRPr>
            </a:lvl4pPr>
            <a:lvl5pPr algn="l">
              <a:defRPr sz="1725" b="1">
                <a:solidFill>
                  <a:srgbClr val="16324F"/>
                </a:solidFill>
              </a:defRPr>
            </a:lvl5pPr>
            <a:lvl6pPr algn="l">
              <a:defRPr sz="1725" b="1">
                <a:solidFill>
                  <a:srgbClr val="16324F"/>
                </a:solidFill>
              </a:defRPr>
            </a:lvl6pPr>
            <a:lvl7pPr algn="l">
              <a:defRPr sz="1725" b="1">
                <a:solidFill>
                  <a:srgbClr val="16324F"/>
                </a:solidFill>
              </a:defRPr>
            </a:lvl7pPr>
            <a:lvl8pPr algn="l">
              <a:defRPr sz="1725" b="1">
                <a:solidFill>
                  <a:srgbClr val="16324F"/>
                </a:solidFill>
              </a:defRPr>
            </a:lvl8pPr>
            <a:lvl9pPr algn="l">
              <a:defRPr sz="17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13:00 · 86.109 kWh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ADF1C-0C28-42BE-8CB8-9BBE8967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669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86329-4DE7-481E-8996-733D493B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34953-D0C2-4C28-9A3D-9BB5014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E8B74"/>
                </a:solidFill>
              </a:defRPr>
            </a:defPPr>
            <a:lvl1pPr algn="ctr">
              <a:defRPr sz="1050" b="1">
                <a:solidFill>
                  <a:srgbClr val="2E8B74"/>
                </a:solidFill>
              </a:defRPr>
            </a:lvl1pPr>
            <a:lvl2pPr algn="ctr">
              <a:defRPr sz="1050" b="1">
                <a:solidFill>
                  <a:srgbClr val="2E8B74"/>
                </a:solidFill>
              </a:defRPr>
            </a:lvl2pPr>
            <a:lvl3pPr algn="ctr">
              <a:defRPr sz="1050" b="1">
                <a:solidFill>
                  <a:srgbClr val="2E8B74"/>
                </a:solidFill>
              </a:defRPr>
            </a:lvl3pPr>
            <a:lvl4pPr algn="ctr">
              <a:defRPr sz="1050" b="1">
                <a:solidFill>
                  <a:srgbClr val="2E8B74"/>
                </a:solidFill>
              </a:defRPr>
            </a:lvl4pPr>
            <a:lvl5pPr algn="ctr">
              <a:defRPr sz="1050" b="1">
                <a:solidFill>
                  <a:srgbClr val="2E8B74"/>
                </a:solidFill>
              </a:defRPr>
            </a:lvl5pPr>
            <a:lvl6pPr algn="ctr">
              <a:defRPr sz="1050" b="1">
                <a:solidFill>
                  <a:srgbClr val="2E8B74"/>
                </a:solidFill>
              </a:defRPr>
            </a:lvl6pPr>
            <a:lvl7pPr algn="ctr">
              <a:defRPr sz="1050" b="1">
                <a:solidFill>
                  <a:srgbClr val="2E8B74"/>
                </a:solidFill>
              </a:defRPr>
            </a:lvl7pPr>
            <a:lvl8pPr algn="ctr">
              <a:defRPr sz="1050" b="1">
                <a:solidFill>
                  <a:srgbClr val="2E8B74"/>
                </a:solidFill>
              </a:defRPr>
            </a:lvl8pPr>
            <a:lvl9pPr algn="ctr">
              <a:defRPr sz="10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E8B74"/>
                </a:solidFill>
              </a:defRPr>
            </a:pPr>
            <a:r>
              <a:rPr sz="1050" b="1">
                <a:solidFill>
                  <a:srgbClr val="2E8B74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31607-AC3D-4FD6-9EDF-BB8F68A5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59D9A"/>
                </a:solidFill>
              </a:defRPr>
            </a:defPPr>
            <a:lvl1pPr algn="l">
              <a:defRPr sz="1275" b="1">
                <a:solidFill>
                  <a:srgbClr val="159D9A"/>
                </a:solidFill>
              </a:defRPr>
            </a:lvl1pPr>
            <a:lvl2pPr algn="l">
              <a:defRPr sz="1275" b="1">
                <a:solidFill>
                  <a:srgbClr val="159D9A"/>
                </a:solidFill>
              </a:defRPr>
            </a:lvl2pPr>
            <a:lvl3pPr algn="l">
              <a:defRPr sz="1275" b="1">
                <a:solidFill>
                  <a:srgbClr val="159D9A"/>
                </a:solidFill>
              </a:defRPr>
            </a:lvl3pPr>
            <a:lvl4pPr algn="l">
              <a:defRPr sz="1275" b="1">
                <a:solidFill>
                  <a:srgbClr val="159D9A"/>
                </a:solidFill>
              </a:defRPr>
            </a:lvl4pPr>
            <a:lvl5pPr algn="l">
              <a:defRPr sz="1275" b="1">
                <a:solidFill>
                  <a:srgbClr val="159D9A"/>
                </a:solidFill>
              </a:defRPr>
            </a:lvl5pPr>
            <a:lvl6pPr algn="l">
              <a:defRPr sz="1275" b="1">
                <a:solidFill>
                  <a:srgbClr val="159D9A"/>
                </a:solidFill>
              </a:defRPr>
            </a:lvl6pPr>
            <a:lvl7pPr algn="l">
              <a:defRPr sz="1275" b="1">
                <a:solidFill>
                  <a:srgbClr val="159D9A"/>
                </a:solidFill>
              </a:defRPr>
            </a:lvl7pPr>
            <a:lvl8pPr algn="l">
              <a:defRPr sz="1275" b="1">
                <a:solidFill>
                  <a:srgbClr val="159D9A"/>
                </a:solidFill>
              </a:defRPr>
            </a:lvl8pPr>
            <a:lvl9pPr algn="l">
              <a:defRPr sz="1275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9D9A"/>
                </a:solidFill>
              </a:defRPr>
            </a:pPr>
            <a:r>
              <a:rPr sz="1275" b="1">
                <a:solidFill>
                  <a:srgbClr val="159D9A"/>
                </a:solidFill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05619-0816-4C8C-8CAE-4F9BF268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99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6324F"/>
                </a:solidFill>
              </a:defRPr>
            </a:defPPr>
            <a:lvl1pPr algn="l">
              <a:defRPr sz="1725" b="1">
                <a:solidFill>
                  <a:srgbClr val="16324F"/>
                </a:solidFill>
              </a:defRPr>
            </a:lvl1pPr>
            <a:lvl2pPr algn="l">
              <a:defRPr sz="1725" b="1">
                <a:solidFill>
                  <a:srgbClr val="16324F"/>
                </a:solidFill>
              </a:defRPr>
            </a:lvl2pPr>
            <a:lvl3pPr algn="l">
              <a:defRPr sz="1725" b="1">
                <a:solidFill>
                  <a:srgbClr val="16324F"/>
                </a:solidFill>
              </a:defRPr>
            </a:lvl3pPr>
            <a:lvl4pPr algn="l">
              <a:defRPr sz="1725" b="1">
                <a:solidFill>
                  <a:srgbClr val="16324F"/>
                </a:solidFill>
              </a:defRPr>
            </a:lvl4pPr>
            <a:lvl5pPr algn="l">
              <a:defRPr sz="1725" b="1">
                <a:solidFill>
                  <a:srgbClr val="16324F"/>
                </a:solidFill>
              </a:defRPr>
            </a:lvl5pPr>
            <a:lvl6pPr algn="l">
              <a:defRPr sz="1725" b="1">
                <a:solidFill>
                  <a:srgbClr val="16324F"/>
                </a:solidFill>
              </a:defRPr>
            </a:lvl6pPr>
            <a:lvl7pPr algn="l">
              <a:defRPr sz="1725" b="1">
                <a:solidFill>
                  <a:srgbClr val="16324F"/>
                </a:solidFill>
              </a:defRPr>
            </a:lvl7pPr>
            <a:lvl8pPr algn="l">
              <a:defRPr sz="1725" b="1">
                <a:solidFill>
                  <a:srgbClr val="16324F"/>
                </a:solidFill>
              </a:defRPr>
            </a:lvl8pPr>
            <a:lvl9pPr algn="l">
              <a:defRPr sz="17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Warm · occupied · high 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45C56-205F-4DAF-9151-A8F5F6FA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337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6F5C6-E0B7-4DAE-AE39-7800FD63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38704-E812-469B-8045-2D1660C9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E8B74"/>
                </a:solidFill>
              </a:defRPr>
            </a:defPPr>
            <a:lvl1pPr algn="ctr">
              <a:defRPr sz="1050" b="1">
                <a:solidFill>
                  <a:srgbClr val="2E8B74"/>
                </a:solidFill>
              </a:defRPr>
            </a:lvl1pPr>
            <a:lvl2pPr algn="ctr">
              <a:defRPr sz="1050" b="1">
                <a:solidFill>
                  <a:srgbClr val="2E8B74"/>
                </a:solidFill>
              </a:defRPr>
            </a:lvl2pPr>
            <a:lvl3pPr algn="ctr">
              <a:defRPr sz="1050" b="1">
                <a:solidFill>
                  <a:srgbClr val="2E8B74"/>
                </a:solidFill>
              </a:defRPr>
            </a:lvl3pPr>
            <a:lvl4pPr algn="ctr">
              <a:defRPr sz="1050" b="1">
                <a:solidFill>
                  <a:srgbClr val="2E8B74"/>
                </a:solidFill>
              </a:defRPr>
            </a:lvl4pPr>
            <a:lvl5pPr algn="ctr">
              <a:defRPr sz="1050" b="1">
                <a:solidFill>
                  <a:srgbClr val="2E8B74"/>
                </a:solidFill>
              </a:defRPr>
            </a:lvl5pPr>
            <a:lvl6pPr algn="ctr">
              <a:defRPr sz="1050" b="1">
                <a:solidFill>
                  <a:srgbClr val="2E8B74"/>
                </a:solidFill>
              </a:defRPr>
            </a:lvl6pPr>
            <a:lvl7pPr algn="ctr">
              <a:defRPr sz="1050" b="1">
                <a:solidFill>
                  <a:srgbClr val="2E8B74"/>
                </a:solidFill>
              </a:defRPr>
            </a:lvl7pPr>
            <a:lvl8pPr algn="ctr">
              <a:defRPr sz="1050" b="1">
                <a:solidFill>
                  <a:srgbClr val="2E8B74"/>
                </a:solidFill>
              </a:defRPr>
            </a:lvl8pPr>
            <a:lvl9pPr algn="ctr">
              <a:defRPr sz="10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E8B74"/>
                </a:solidFill>
              </a:defRPr>
            </a:pPr>
            <a:r>
              <a:rPr sz="1050" b="1">
                <a:solidFill>
                  <a:srgbClr val="2E8B74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6623B-7E80-4D76-A1FD-24386243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59D9A"/>
                </a:solidFill>
              </a:defRPr>
            </a:defPPr>
            <a:lvl1pPr algn="l">
              <a:defRPr sz="1275" b="1">
                <a:solidFill>
                  <a:srgbClr val="159D9A"/>
                </a:solidFill>
              </a:defRPr>
            </a:lvl1pPr>
            <a:lvl2pPr algn="l">
              <a:defRPr sz="1275" b="1">
                <a:solidFill>
                  <a:srgbClr val="159D9A"/>
                </a:solidFill>
              </a:defRPr>
            </a:lvl2pPr>
            <a:lvl3pPr algn="l">
              <a:defRPr sz="1275" b="1">
                <a:solidFill>
                  <a:srgbClr val="159D9A"/>
                </a:solidFill>
              </a:defRPr>
            </a:lvl3pPr>
            <a:lvl4pPr algn="l">
              <a:defRPr sz="1275" b="1">
                <a:solidFill>
                  <a:srgbClr val="159D9A"/>
                </a:solidFill>
              </a:defRPr>
            </a:lvl4pPr>
            <a:lvl5pPr algn="l">
              <a:defRPr sz="1275" b="1">
                <a:solidFill>
                  <a:srgbClr val="159D9A"/>
                </a:solidFill>
              </a:defRPr>
            </a:lvl5pPr>
            <a:lvl6pPr algn="l">
              <a:defRPr sz="1275" b="1">
                <a:solidFill>
                  <a:srgbClr val="159D9A"/>
                </a:solidFill>
              </a:defRPr>
            </a:lvl6pPr>
            <a:lvl7pPr algn="l">
              <a:defRPr sz="1275" b="1">
                <a:solidFill>
                  <a:srgbClr val="159D9A"/>
                </a:solidFill>
              </a:defRPr>
            </a:lvl7pPr>
            <a:lvl8pPr algn="l">
              <a:defRPr sz="1275" b="1">
                <a:solidFill>
                  <a:srgbClr val="159D9A"/>
                </a:solidFill>
              </a:defRPr>
            </a:lvl8pPr>
            <a:lvl9pPr algn="l">
              <a:defRPr sz="1275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9D9A"/>
                </a:solidFill>
              </a:defRPr>
            </a:pPr>
            <a:r>
              <a:rPr sz="1275" b="1">
                <a:solidFill>
                  <a:srgbClr val="159D9A"/>
                </a:solidFill>
              </a:rPr>
              <a:t>RECOMMEND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7494F-1D8F-44A0-80EE-44DC0285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767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6324F"/>
                </a:solidFill>
              </a:defRPr>
            </a:defPPr>
            <a:lvl1pPr algn="l">
              <a:defRPr sz="1725" b="1">
                <a:solidFill>
                  <a:srgbClr val="16324F"/>
                </a:solidFill>
              </a:defRPr>
            </a:lvl1pPr>
            <a:lvl2pPr algn="l">
              <a:defRPr sz="1725" b="1">
                <a:solidFill>
                  <a:srgbClr val="16324F"/>
                </a:solidFill>
              </a:defRPr>
            </a:lvl2pPr>
            <a:lvl3pPr algn="l">
              <a:defRPr sz="1725" b="1">
                <a:solidFill>
                  <a:srgbClr val="16324F"/>
                </a:solidFill>
              </a:defRPr>
            </a:lvl3pPr>
            <a:lvl4pPr algn="l">
              <a:defRPr sz="1725" b="1">
                <a:solidFill>
                  <a:srgbClr val="16324F"/>
                </a:solidFill>
              </a:defRPr>
            </a:lvl4pPr>
            <a:lvl5pPr algn="l">
              <a:defRPr sz="1725" b="1">
                <a:solidFill>
                  <a:srgbClr val="16324F"/>
                </a:solidFill>
              </a:defRPr>
            </a:lvl5pPr>
            <a:lvl6pPr algn="l">
              <a:defRPr sz="1725" b="1">
                <a:solidFill>
                  <a:srgbClr val="16324F"/>
                </a:solidFill>
              </a:defRPr>
            </a:lvl6pPr>
            <a:lvl7pPr algn="l">
              <a:defRPr sz="1725" b="1">
                <a:solidFill>
                  <a:srgbClr val="16324F"/>
                </a:solidFill>
              </a:defRPr>
            </a:lvl7pPr>
            <a:lvl8pPr algn="l">
              <a:defRPr sz="1725" b="1">
                <a:solidFill>
                  <a:srgbClr val="16324F"/>
                </a:solidFill>
              </a:defRPr>
            </a:lvl8pPr>
            <a:lvl9pPr algn="l">
              <a:defRPr sz="17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Verify HVAC and scheduled equipment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27508-E505-4C68-8A50-58C65035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005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B1C68-C886-41C7-9591-519B84B5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B6EE4-74ED-4959-A630-FD53F35A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8D09B-1ADA-4FCF-AE14-34A5FF7A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81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59D9A"/>
                </a:solidFill>
              </a:defRPr>
            </a:defPPr>
            <a:lvl1pPr algn="l">
              <a:defRPr sz="1275" b="1">
                <a:solidFill>
                  <a:srgbClr val="159D9A"/>
                </a:solidFill>
              </a:defRPr>
            </a:lvl1pPr>
            <a:lvl2pPr algn="l">
              <a:defRPr sz="1275" b="1">
                <a:solidFill>
                  <a:srgbClr val="159D9A"/>
                </a:solidFill>
              </a:defRPr>
            </a:lvl2pPr>
            <a:lvl3pPr algn="l">
              <a:defRPr sz="1275" b="1">
                <a:solidFill>
                  <a:srgbClr val="159D9A"/>
                </a:solidFill>
              </a:defRPr>
            </a:lvl3pPr>
            <a:lvl4pPr algn="l">
              <a:defRPr sz="1275" b="1">
                <a:solidFill>
                  <a:srgbClr val="159D9A"/>
                </a:solidFill>
              </a:defRPr>
            </a:lvl4pPr>
            <a:lvl5pPr algn="l">
              <a:defRPr sz="1275" b="1">
                <a:solidFill>
                  <a:srgbClr val="159D9A"/>
                </a:solidFill>
              </a:defRPr>
            </a:lvl5pPr>
            <a:lvl6pPr algn="l">
              <a:defRPr sz="1275" b="1">
                <a:solidFill>
                  <a:srgbClr val="159D9A"/>
                </a:solidFill>
              </a:defRPr>
            </a:lvl6pPr>
            <a:lvl7pPr algn="l">
              <a:defRPr sz="1275" b="1">
                <a:solidFill>
                  <a:srgbClr val="159D9A"/>
                </a:solidFill>
              </a:defRPr>
            </a:lvl7pPr>
            <a:lvl8pPr algn="l">
              <a:defRPr sz="1275" b="1">
                <a:solidFill>
                  <a:srgbClr val="159D9A"/>
                </a:solidFill>
              </a:defRPr>
            </a:lvl8pPr>
            <a:lvl9pPr algn="l">
              <a:defRPr sz="1275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9D9A"/>
                </a:solidFill>
              </a:defRPr>
            </a:pPr>
            <a:r>
              <a:rPr sz="1275" b="1">
                <a:solidFill>
                  <a:srgbClr val="159D9A"/>
                </a:solidFill>
              </a:rPr>
              <a:t>HUMAN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48C50-591C-4256-BA58-872AA682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6324F"/>
                </a:solidFill>
              </a:defRPr>
            </a:defPPr>
            <a:lvl1pPr algn="l">
              <a:defRPr sz="1725" b="1">
                <a:solidFill>
                  <a:srgbClr val="16324F"/>
                </a:solidFill>
              </a:defRPr>
            </a:lvl1pPr>
            <a:lvl2pPr algn="l">
              <a:defRPr sz="1725" b="1">
                <a:solidFill>
                  <a:srgbClr val="16324F"/>
                </a:solidFill>
              </a:defRPr>
            </a:lvl2pPr>
            <a:lvl3pPr algn="l">
              <a:defRPr sz="1725" b="1">
                <a:solidFill>
                  <a:srgbClr val="16324F"/>
                </a:solidFill>
              </a:defRPr>
            </a:lvl3pPr>
            <a:lvl4pPr algn="l">
              <a:defRPr sz="1725" b="1">
                <a:solidFill>
                  <a:srgbClr val="16324F"/>
                </a:solidFill>
              </a:defRPr>
            </a:lvl4pPr>
            <a:lvl5pPr algn="l">
              <a:defRPr sz="1725" b="1">
                <a:solidFill>
                  <a:srgbClr val="16324F"/>
                </a:solidFill>
              </a:defRPr>
            </a:lvl5pPr>
            <a:lvl6pPr algn="l">
              <a:defRPr sz="1725" b="1">
                <a:solidFill>
                  <a:srgbClr val="16324F"/>
                </a:solidFill>
              </a:defRPr>
            </a:lvl6pPr>
            <a:lvl7pPr algn="l">
              <a:defRPr sz="1725" b="1">
                <a:solidFill>
                  <a:srgbClr val="16324F"/>
                </a:solidFill>
              </a:defRPr>
            </a:lvl7pPr>
            <a:lvl8pPr algn="l">
              <a:defRPr sz="1725" b="1">
                <a:solidFill>
                  <a:srgbClr val="16324F"/>
                </a:solidFill>
              </a:defRPr>
            </a:lvl8pPr>
            <a:lvl9pPr algn="l">
              <a:defRPr sz="17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Approve, defer, or investigate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6AB60-509D-4FC7-A445-23B859C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590800" cy="41338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EA3D66-4862-452D-8B06-55062263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59D9A"/>
                </a:solidFill>
              </a:defRPr>
            </a:defPPr>
            <a:lvl1pPr algn="ctr">
              <a:defRPr sz="1050" b="1">
                <a:solidFill>
                  <a:srgbClr val="159D9A"/>
                </a:solidFill>
              </a:defRPr>
            </a:lvl1pPr>
            <a:lvl2pPr algn="ctr">
              <a:defRPr sz="1050" b="1">
                <a:solidFill>
                  <a:srgbClr val="159D9A"/>
                </a:solidFill>
              </a:defRPr>
            </a:lvl2pPr>
            <a:lvl3pPr algn="ctr">
              <a:defRPr sz="1050" b="1">
                <a:solidFill>
                  <a:srgbClr val="159D9A"/>
                </a:solidFill>
              </a:defRPr>
            </a:lvl3pPr>
            <a:lvl4pPr algn="ctr">
              <a:defRPr sz="1050" b="1">
                <a:solidFill>
                  <a:srgbClr val="159D9A"/>
                </a:solidFill>
              </a:defRPr>
            </a:lvl4pPr>
            <a:lvl5pPr algn="ctr">
              <a:defRPr sz="1050" b="1">
                <a:solidFill>
                  <a:srgbClr val="159D9A"/>
                </a:solidFill>
              </a:defRPr>
            </a:lvl5pPr>
            <a:lvl6pPr algn="ctr">
              <a:defRPr sz="1050" b="1">
                <a:solidFill>
                  <a:srgbClr val="159D9A"/>
                </a:solidFill>
              </a:defRPr>
            </a:lvl6pPr>
            <a:lvl7pPr algn="ctr">
              <a:defRPr sz="1050" b="1">
                <a:solidFill>
                  <a:srgbClr val="159D9A"/>
                </a:solidFill>
              </a:defRPr>
            </a:lvl7pPr>
            <a:lvl8pPr algn="ctr">
              <a:defRPr sz="1050" b="1">
                <a:solidFill>
                  <a:srgbClr val="159D9A"/>
                </a:solidFill>
              </a:defRPr>
            </a:lvl8pPr>
            <a:lvl9pPr algn="ctr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BB6C7-451F-4898-8DF6-1192C0B1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</a:defRPr>
            </a:defPPr>
            <a:lvl1pPr algn="ctr">
              <a:defRPr sz="2400" b="1">
                <a:solidFill>
                  <a:srgbClr val="FFFFFF"/>
                </a:solidFill>
              </a:defRPr>
            </a:lvl1pPr>
            <a:lvl2pPr algn="ctr">
              <a:defRPr sz="2400" b="1">
                <a:solidFill>
                  <a:srgbClr val="FFFFFF"/>
                </a:solidFill>
              </a:defRPr>
            </a:lvl2pPr>
            <a:lvl3pPr algn="ctr">
              <a:defRPr sz="2400" b="1">
                <a:solidFill>
                  <a:srgbClr val="FFFFFF"/>
                </a:solidFill>
              </a:defRPr>
            </a:lvl3pPr>
            <a:lvl4pPr algn="ctr">
              <a:defRPr sz="2400" b="1">
                <a:solidFill>
                  <a:srgbClr val="FFFFFF"/>
                </a:solidFill>
              </a:defRPr>
            </a:lvl4pPr>
            <a:lvl5pPr algn="ctr">
              <a:defRPr sz="2400" b="1">
                <a:solidFill>
                  <a:srgbClr val="FFFFFF"/>
                </a:solidFill>
              </a:defRPr>
            </a:lvl5pPr>
            <a:lvl6pPr algn="ctr">
              <a:defRPr sz="2400" b="1">
                <a:solidFill>
                  <a:srgbClr val="FFFFFF"/>
                </a:solidFill>
              </a:defRPr>
            </a:lvl6pPr>
            <a:lvl7pPr algn="ctr">
              <a:defRPr sz="2400" b="1">
                <a:solidFill>
                  <a:srgbClr val="FFFFFF"/>
                </a:solidFill>
              </a:defRPr>
            </a:lvl7pPr>
            <a:lvl8pPr algn="ctr">
              <a:defRPr sz="2400" b="1">
                <a:solidFill>
                  <a:srgbClr val="FFFFFF"/>
                </a:solidFill>
              </a:defRPr>
            </a:lvl8pPr>
            <a:lvl9pPr algn="ctr"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No automatic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equipment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5D3EC-CA0B-4711-893B-14E5167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DCEFFA"/>
                </a:solidFill>
              </a:defRPr>
            </a:defPPr>
            <a:lvl1pPr algn="ctr">
              <a:defRPr sz="1275" b="0">
                <a:solidFill>
                  <a:srgbClr val="DCEFFA"/>
                </a:solidFill>
              </a:defRPr>
            </a:lvl1pPr>
            <a:lvl2pPr algn="ctr">
              <a:defRPr sz="1275" b="0">
                <a:solidFill>
                  <a:srgbClr val="DCEFFA"/>
                </a:solidFill>
              </a:defRPr>
            </a:lvl2pPr>
            <a:lvl3pPr algn="ctr">
              <a:defRPr sz="1275" b="0">
                <a:solidFill>
                  <a:srgbClr val="DCEFFA"/>
                </a:solidFill>
              </a:defRPr>
            </a:lvl3pPr>
            <a:lvl4pPr algn="ctr">
              <a:defRPr sz="1275" b="0">
                <a:solidFill>
                  <a:srgbClr val="DCEFFA"/>
                </a:solidFill>
              </a:defRPr>
            </a:lvl4pPr>
            <a:lvl5pPr algn="ctr">
              <a:defRPr sz="1275" b="0">
                <a:solidFill>
                  <a:srgbClr val="DCEFFA"/>
                </a:solidFill>
              </a:defRPr>
            </a:lvl5pPr>
            <a:lvl6pPr algn="ctr">
              <a:defRPr sz="1275" b="0">
                <a:solidFill>
                  <a:srgbClr val="DCEFFA"/>
                </a:solidFill>
              </a:defRPr>
            </a:lvl6pPr>
            <a:lvl7pPr algn="ctr">
              <a:defRPr sz="1275" b="0">
                <a:solidFill>
                  <a:srgbClr val="DCEFFA"/>
                </a:solidFill>
              </a:defRPr>
            </a:lvl7pPr>
            <a:lvl8pPr algn="ctr">
              <a:defRPr sz="1275" b="0">
                <a:solidFill>
                  <a:srgbClr val="DCEFFA"/>
                </a:solidFill>
              </a:defRPr>
            </a:lvl8pPr>
            <a:lvl9pPr algn="ctr">
              <a:defRPr sz="1275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DCEFFA"/>
                </a:solidFill>
              </a:defRPr>
            </a:pPr>
            <a:r>
              <a:rPr sz="1275" b="0">
                <a:solidFill>
                  <a:srgbClr val="DCEFFA"/>
                </a:solidFill>
              </a:rPr>
              <a:t>Facility procedures, comfort, and safety stay in human hands.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15D038-0146-437C-9377-A6ED898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5096516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4D054-61C1-4CE7-8AAA-8BBCA965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WHAT-IF + EXPLAINABILITY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4F5DB-34B7-44E5-B744-13F371B9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Explore sensitivity without claiming causation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7F4BA-C60F-4360-B9DB-2D09C51D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A0921-E170-41AF-9254-F5FE00C6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FFAAE-1733-43E6-86C6-3F4DE1BCF6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5d0309fc148f6"/>
          <a:stretch xmlns:a="http://schemas.openxmlformats.org/drawingml/2006/main"/>
        </p:blipFill>
        <p:spPr>
          <a:xfrm xmlns:a="http://schemas.openxmlformats.org/drawingml/2006/main">
            <a:off x="771144" y="1466850"/>
            <a:ext cx="5925312" cy="4114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7372F-59EB-4985-ABB6-7B4A7B58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43050"/>
            <a:ext cx="42481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81140-AE39-42E0-8F77-6E1F92DA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VALIDATION PERMUTATION IMPORTANCE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055D9-D0B0-4735-9F15-217FEEEB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3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16B"/>
                </a:solidFill>
              </a:defRPr>
            </a:defPPr>
            <a:lvl1pPr algn="l">
              <a:defRPr sz="1125" b="1">
                <a:solidFill>
                  <a:srgbClr val="52616B"/>
                </a:solidFill>
              </a:defRPr>
            </a:lvl1pPr>
            <a:lvl2pPr algn="l">
              <a:defRPr sz="1125" b="1">
                <a:solidFill>
                  <a:srgbClr val="52616B"/>
                </a:solidFill>
              </a:defRPr>
            </a:lvl2pPr>
            <a:lvl3pPr algn="l">
              <a:defRPr sz="1125" b="1">
                <a:solidFill>
                  <a:srgbClr val="52616B"/>
                </a:solidFill>
              </a:defRPr>
            </a:lvl3pPr>
            <a:lvl4pPr algn="l">
              <a:defRPr sz="1125" b="1">
                <a:solidFill>
                  <a:srgbClr val="52616B"/>
                </a:solidFill>
              </a:defRPr>
            </a:lvl4pPr>
            <a:lvl5pPr algn="l">
              <a:defRPr sz="1125" b="1">
                <a:solidFill>
                  <a:srgbClr val="52616B"/>
                </a:solidFill>
              </a:defRPr>
            </a:lvl5pPr>
            <a:lvl6pPr algn="l">
              <a:defRPr sz="1125" b="1">
                <a:solidFill>
                  <a:srgbClr val="52616B"/>
                </a:solidFill>
              </a:defRPr>
            </a:lvl6pPr>
            <a:lvl7pPr algn="l">
              <a:defRPr sz="1125" b="1">
                <a:solidFill>
                  <a:srgbClr val="52616B"/>
                </a:solidFill>
              </a:defRPr>
            </a:lvl7pPr>
            <a:lvl8pPr algn="l">
              <a:defRPr sz="1125" b="1">
                <a:solidFill>
                  <a:srgbClr val="52616B"/>
                </a:solidFill>
              </a:defRPr>
            </a:lvl8pPr>
            <a:lvl9pPr algn="l">
              <a:defRPr sz="112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occupied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7306A-76BE-4A26-81B7-5ED720C0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1336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6E9D1-37BC-4E14-BE59-13F12A6F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24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16324F"/>
                </a:solidFill>
              </a:defRPr>
            </a:defPPr>
            <a:lvl1pPr algn="r">
              <a:defRPr sz="900" b="1">
                <a:solidFill>
                  <a:srgbClr val="16324F"/>
                </a:solidFill>
              </a:defRPr>
            </a:lvl1pPr>
            <a:lvl2pPr algn="r">
              <a:defRPr sz="900" b="1">
                <a:solidFill>
                  <a:srgbClr val="16324F"/>
                </a:solidFill>
              </a:defRPr>
            </a:lvl2pPr>
            <a:lvl3pPr algn="r">
              <a:defRPr sz="900" b="1">
                <a:solidFill>
                  <a:srgbClr val="16324F"/>
                </a:solidFill>
              </a:defRPr>
            </a:lvl3pPr>
            <a:lvl4pPr algn="r">
              <a:defRPr sz="900" b="1">
                <a:solidFill>
                  <a:srgbClr val="16324F"/>
                </a:solidFill>
              </a:defRPr>
            </a:lvl4pPr>
            <a:lvl5pPr algn="r">
              <a:defRPr sz="900" b="1">
                <a:solidFill>
                  <a:srgbClr val="16324F"/>
                </a:solidFill>
              </a:defRPr>
            </a:lvl5pPr>
            <a:lvl6pPr algn="r">
              <a:defRPr sz="900" b="1">
                <a:solidFill>
                  <a:srgbClr val="16324F"/>
                </a:solidFill>
              </a:defRPr>
            </a:lvl6pPr>
            <a:lvl7pPr algn="r">
              <a:defRPr sz="900" b="1">
                <a:solidFill>
                  <a:srgbClr val="16324F"/>
                </a:solidFill>
              </a:defRPr>
            </a:lvl7pPr>
            <a:lvl8pPr algn="r">
              <a:defRPr sz="900" b="1">
                <a:solidFill>
                  <a:srgbClr val="16324F"/>
                </a:solidFill>
              </a:defRPr>
            </a:lvl8pPr>
            <a:lvl9pPr algn="r">
              <a:defRPr sz="9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6324F"/>
                </a:solidFill>
              </a:defRPr>
            </a:pPr>
            <a:r>
              <a:rPr sz="900" b="1">
                <a:solidFill>
                  <a:srgbClr val="16324F"/>
                </a:solidFill>
              </a:rPr>
              <a:t>16.35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5C294-6A9E-477B-A15E-6184ED93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16B"/>
                </a:solidFill>
              </a:defRPr>
            </a:defPPr>
            <a:lvl1pPr algn="l">
              <a:defRPr sz="1125" b="1">
                <a:solidFill>
                  <a:srgbClr val="52616B"/>
                </a:solidFill>
              </a:defRPr>
            </a:lvl1pPr>
            <a:lvl2pPr algn="l">
              <a:defRPr sz="1125" b="1">
                <a:solidFill>
                  <a:srgbClr val="52616B"/>
                </a:solidFill>
              </a:defRPr>
            </a:lvl2pPr>
            <a:lvl3pPr algn="l">
              <a:defRPr sz="1125" b="1">
                <a:solidFill>
                  <a:srgbClr val="52616B"/>
                </a:solidFill>
              </a:defRPr>
            </a:lvl3pPr>
            <a:lvl4pPr algn="l">
              <a:defRPr sz="1125" b="1">
                <a:solidFill>
                  <a:srgbClr val="52616B"/>
                </a:solidFill>
              </a:defRPr>
            </a:lvl4pPr>
            <a:lvl5pPr algn="l">
              <a:defRPr sz="1125" b="1">
                <a:solidFill>
                  <a:srgbClr val="52616B"/>
                </a:solidFill>
              </a:defRPr>
            </a:lvl5pPr>
            <a:lvl6pPr algn="l">
              <a:defRPr sz="1125" b="1">
                <a:solidFill>
                  <a:srgbClr val="52616B"/>
                </a:solidFill>
              </a:defRPr>
            </a:lvl6pPr>
            <a:lvl7pPr algn="l">
              <a:defRPr sz="1125" b="1">
                <a:solidFill>
                  <a:srgbClr val="52616B"/>
                </a:solidFill>
              </a:defRPr>
            </a:lvl7pPr>
            <a:lvl8pPr algn="l">
              <a:defRPr sz="1125" b="1">
                <a:solidFill>
                  <a:srgbClr val="52616B"/>
                </a:solidFill>
              </a:defRPr>
            </a:lvl8pPr>
            <a:lvl9pPr algn="l">
              <a:defRPr sz="112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temperature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A4F69-F62A-4A53-A966-CF30ABC5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71800"/>
            <a:ext cx="481528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8B555-BFB6-4495-A9C0-F6BA4A68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33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16324F"/>
                </a:solidFill>
              </a:defRPr>
            </a:defPPr>
            <a:lvl1pPr algn="r">
              <a:defRPr sz="900" b="1">
                <a:solidFill>
                  <a:srgbClr val="16324F"/>
                </a:solidFill>
              </a:defRPr>
            </a:lvl1pPr>
            <a:lvl2pPr algn="r">
              <a:defRPr sz="900" b="1">
                <a:solidFill>
                  <a:srgbClr val="16324F"/>
                </a:solidFill>
              </a:defRPr>
            </a:lvl2pPr>
            <a:lvl3pPr algn="r">
              <a:defRPr sz="900" b="1">
                <a:solidFill>
                  <a:srgbClr val="16324F"/>
                </a:solidFill>
              </a:defRPr>
            </a:lvl3pPr>
            <a:lvl4pPr algn="r">
              <a:defRPr sz="900" b="1">
                <a:solidFill>
                  <a:srgbClr val="16324F"/>
                </a:solidFill>
              </a:defRPr>
            </a:lvl4pPr>
            <a:lvl5pPr algn="r">
              <a:defRPr sz="900" b="1">
                <a:solidFill>
                  <a:srgbClr val="16324F"/>
                </a:solidFill>
              </a:defRPr>
            </a:lvl5pPr>
            <a:lvl6pPr algn="r">
              <a:defRPr sz="900" b="1">
                <a:solidFill>
                  <a:srgbClr val="16324F"/>
                </a:solidFill>
              </a:defRPr>
            </a:lvl6pPr>
            <a:lvl7pPr algn="r">
              <a:defRPr sz="900" b="1">
                <a:solidFill>
                  <a:srgbClr val="16324F"/>
                </a:solidFill>
              </a:defRPr>
            </a:lvl7pPr>
            <a:lvl8pPr algn="r">
              <a:defRPr sz="900" b="1">
                <a:solidFill>
                  <a:srgbClr val="16324F"/>
                </a:solidFill>
              </a:defRPr>
            </a:lvl8pPr>
            <a:lvl9pPr algn="r">
              <a:defRPr sz="9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6324F"/>
                </a:solidFill>
              </a:defRPr>
            </a:pPr>
            <a:r>
              <a:rPr sz="900" b="1">
                <a:solidFill>
                  <a:srgbClr val="16324F"/>
                </a:solidFill>
              </a:rPr>
              <a:t>3.69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7B884-E6C9-4C89-8E98-5794DEE5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16B"/>
                </a:solidFill>
              </a:defRPr>
            </a:defPPr>
            <a:lvl1pPr algn="l">
              <a:defRPr sz="1125" b="1">
                <a:solidFill>
                  <a:srgbClr val="52616B"/>
                </a:solidFill>
              </a:defRPr>
            </a:lvl1pPr>
            <a:lvl2pPr algn="l">
              <a:defRPr sz="1125" b="1">
                <a:solidFill>
                  <a:srgbClr val="52616B"/>
                </a:solidFill>
              </a:defRPr>
            </a:lvl2pPr>
            <a:lvl3pPr algn="l">
              <a:defRPr sz="1125" b="1">
                <a:solidFill>
                  <a:srgbClr val="52616B"/>
                </a:solidFill>
              </a:defRPr>
            </a:lvl3pPr>
            <a:lvl4pPr algn="l">
              <a:defRPr sz="1125" b="1">
                <a:solidFill>
                  <a:srgbClr val="52616B"/>
                </a:solidFill>
              </a:defRPr>
            </a:lvl4pPr>
            <a:lvl5pPr algn="l">
              <a:defRPr sz="1125" b="1">
                <a:solidFill>
                  <a:srgbClr val="52616B"/>
                </a:solidFill>
              </a:defRPr>
            </a:lvl5pPr>
            <a:lvl6pPr algn="l">
              <a:defRPr sz="1125" b="1">
                <a:solidFill>
                  <a:srgbClr val="52616B"/>
                </a:solidFill>
              </a:defRPr>
            </a:lvl6pPr>
            <a:lvl7pPr algn="l">
              <a:defRPr sz="1125" b="1">
                <a:solidFill>
                  <a:srgbClr val="52616B"/>
                </a:solidFill>
              </a:defRPr>
            </a:lvl7pPr>
            <a:lvl8pPr algn="l">
              <a:defRPr sz="1125" b="1">
                <a:solidFill>
                  <a:srgbClr val="52616B"/>
                </a:solidFill>
              </a:defRPr>
            </a:lvl8pPr>
            <a:lvl9pPr algn="l">
              <a:defRPr sz="112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lag_24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2B838-7F1C-4D13-9C7C-FA2BC075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81400"/>
            <a:ext cx="114300" cy="209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AA954-4761-4A98-8A8B-7236AD8D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43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16324F"/>
                </a:solidFill>
              </a:defRPr>
            </a:defPPr>
            <a:lvl1pPr algn="r">
              <a:defRPr sz="900" b="1">
                <a:solidFill>
                  <a:srgbClr val="16324F"/>
                </a:solidFill>
              </a:defRPr>
            </a:lvl1pPr>
            <a:lvl2pPr algn="r">
              <a:defRPr sz="900" b="1">
                <a:solidFill>
                  <a:srgbClr val="16324F"/>
                </a:solidFill>
              </a:defRPr>
            </a:lvl2pPr>
            <a:lvl3pPr algn="r">
              <a:defRPr sz="900" b="1">
                <a:solidFill>
                  <a:srgbClr val="16324F"/>
                </a:solidFill>
              </a:defRPr>
            </a:lvl3pPr>
            <a:lvl4pPr algn="r">
              <a:defRPr sz="900" b="1">
                <a:solidFill>
                  <a:srgbClr val="16324F"/>
                </a:solidFill>
              </a:defRPr>
            </a:lvl4pPr>
            <a:lvl5pPr algn="r">
              <a:defRPr sz="900" b="1">
                <a:solidFill>
                  <a:srgbClr val="16324F"/>
                </a:solidFill>
              </a:defRPr>
            </a:lvl5pPr>
            <a:lvl6pPr algn="r">
              <a:defRPr sz="900" b="1">
                <a:solidFill>
                  <a:srgbClr val="16324F"/>
                </a:solidFill>
              </a:defRPr>
            </a:lvl6pPr>
            <a:lvl7pPr algn="r">
              <a:defRPr sz="900" b="1">
                <a:solidFill>
                  <a:srgbClr val="16324F"/>
                </a:solidFill>
              </a:defRPr>
            </a:lvl7pPr>
            <a:lvl8pPr algn="r">
              <a:defRPr sz="900" b="1">
                <a:solidFill>
                  <a:srgbClr val="16324F"/>
                </a:solidFill>
              </a:defRPr>
            </a:lvl8pPr>
            <a:lvl9pPr algn="r">
              <a:defRPr sz="9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6324F"/>
                </a:solidFill>
              </a:defRPr>
            </a:pPr>
            <a:r>
              <a:rPr sz="900" b="1">
                <a:solidFill>
                  <a:srgbClr val="16324F"/>
                </a:solidFill>
              </a:rPr>
              <a:t>0.80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69BCF-033E-4AA1-AD8C-EB4CFBEF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16B"/>
                </a:solidFill>
              </a:defRPr>
            </a:defPPr>
            <a:lvl1pPr algn="l">
              <a:defRPr sz="1125" b="1">
                <a:solidFill>
                  <a:srgbClr val="52616B"/>
                </a:solidFill>
              </a:defRPr>
            </a:lvl1pPr>
            <a:lvl2pPr algn="l">
              <a:defRPr sz="1125" b="1">
                <a:solidFill>
                  <a:srgbClr val="52616B"/>
                </a:solidFill>
              </a:defRPr>
            </a:lvl2pPr>
            <a:lvl3pPr algn="l">
              <a:defRPr sz="1125" b="1">
                <a:solidFill>
                  <a:srgbClr val="52616B"/>
                </a:solidFill>
              </a:defRPr>
            </a:lvl3pPr>
            <a:lvl4pPr algn="l">
              <a:defRPr sz="1125" b="1">
                <a:solidFill>
                  <a:srgbClr val="52616B"/>
                </a:solidFill>
              </a:defRPr>
            </a:lvl4pPr>
            <a:lvl5pPr algn="l">
              <a:defRPr sz="1125" b="1">
                <a:solidFill>
                  <a:srgbClr val="52616B"/>
                </a:solidFill>
              </a:defRPr>
            </a:lvl5pPr>
            <a:lvl6pPr algn="l">
              <a:defRPr sz="1125" b="1">
                <a:solidFill>
                  <a:srgbClr val="52616B"/>
                </a:solidFill>
              </a:defRPr>
            </a:lvl6pPr>
            <a:lvl7pPr algn="l">
              <a:defRPr sz="1125" b="1">
                <a:solidFill>
                  <a:srgbClr val="52616B"/>
                </a:solidFill>
              </a:defRPr>
            </a:lvl7pPr>
            <a:lvl8pPr algn="l">
              <a:defRPr sz="1125" b="1">
                <a:solidFill>
                  <a:srgbClr val="52616B"/>
                </a:solidFill>
              </a:defRPr>
            </a:lvl8pPr>
            <a:lvl9pPr algn="l">
              <a:defRPr sz="112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lag_168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A053A-E586-438A-9E8E-13E1C3DB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91000"/>
            <a:ext cx="114300" cy="209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EFB25-8AF2-41CB-9460-F6216167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15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16324F"/>
                </a:solidFill>
              </a:defRPr>
            </a:defPPr>
            <a:lvl1pPr algn="r">
              <a:defRPr sz="900" b="1">
                <a:solidFill>
                  <a:srgbClr val="16324F"/>
                </a:solidFill>
              </a:defRPr>
            </a:lvl1pPr>
            <a:lvl2pPr algn="r">
              <a:defRPr sz="900" b="1">
                <a:solidFill>
                  <a:srgbClr val="16324F"/>
                </a:solidFill>
              </a:defRPr>
            </a:lvl2pPr>
            <a:lvl3pPr algn="r">
              <a:defRPr sz="900" b="1">
                <a:solidFill>
                  <a:srgbClr val="16324F"/>
                </a:solidFill>
              </a:defRPr>
            </a:lvl3pPr>
            <a:lvl4pPr algn="r">
              <a:defRPr sz="900" b="1">
                <a:solidFill>
                  <a:srgbClr val="16324F"/>
                </a:solidFill>
              </a:defRPr>
            </a:lvl4pPr>
            <a:lvl5pPr algn="r">
              <a:defRPr sz="900" b="1">
                <a:solidFill>
                  <a:srgbClr val="16324F"/>
                </a:solidFill>
              </a:defRPr>
            </a:lvl5pPr>
            <a:lvl6pPr algn="r">
              <a:defRPr sz="900" b="1">
                <a:solidFill>
                  <a:srgbClr val="16324F"/>
                </a:solidFill>
              </a:defRPr>
            </a:lvl6pPr>
            <a:lvl7pPr algn="r">
              <a:defRPr sz="900" b="1">
                <a:solidFill>
                  <a:srgbClr val="16324F"/>
                </a:solidFill>
              </a:defRPr>
            </a:lvl7pPr>
            <a:lvl8pPr algn="r">
              <a:defRPr sz="900" b="1">
                <a:solidFill>
                  <a:srgbClr val="16324F"/>
                </a:solidFill>
              </a:defRPr>
            </a:lvl8pPr>
            <a:lvl9pPr algn="r">
              <a:defRPr sz="9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6324F"/>
                </a:solidFill>
              </a:defRPr>
            </a:pPr>
            <a:r>
              <a:rPr sz="900" b="1">
                <a:solidFill>
                  <a:srgbClr val="16324F"/>
                </a:solidFill>
              </a:rPr>
              <a:t>0.61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EB436-0B7E-4D42-82D0-D0D22A11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510AD-ECA4-4900-9975-D0258124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1490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E8B74"/>
                </a:solidFill>
              </a:defRPr>
            </a:defPPr>
            <a:lvl1pPr algn="ctr">
              <a:defRPr sz="1200" b="1">
                <a:solidFill>
                  <a:srgbClr val="2E8B74"/>
                </a:solidFill>
              </a:defRPr>
            </a:lvl1pPr>
            <a:lvl2pPr algn="ctr">
              <a:defRPr sz="1200" b="1">
                <a:solidFill>
                  <a:srgbClr val="2E8B74"/>
                </a:solidFill>
              </a:defRPr>
            </a:lvl2pPr>
            <a:lvl3pPr algn="ctr">
              <a:defRPr sz="1200" b="1">
                <a:solidFill>
                  <a:srgbClr val="2E8B74"/>
                </a:solidFill>
              </a:defRPr>
            </a:lvl3pPr>
            <a:lvl4pPr algn="ctr">
              <a:defRPr sz="1200" b="1">
                <a:solidFill>
                  <a:srgbClr val="2E8B74"/>
                </a:solidFill>
              </a:defRPr>
            </a:lvl4pPr>
            <a:lvl5pPr algn="ctr">
              <a:defRPr sz="1200" b="1">
                <a:solidFill>
                  <a:srgbClr val="2E8B74"/>
                </a:solidFill>
              </a:defRPr>
            </a:lvl5pPr>
            <a:lvl6pPr algn="ctr">
              <a:defRPr sz="1200" b="1">
                <a:solidFill>
                  <a:srgbClr val="2E8B74"/>
                </a:solidFill>
              </a:defRPr>
            </a:lvl6pPr>
            <a:lvl7pPr algn="ctr">
              <a:defRPr sz="1200" b="1">
                <a:solidFill>
                  <a:srgbClr val="2E8B74"/>
                </a:solidFill>
              </a:defRPr>
            </a:lvl7pPr>
            <a:lvl8pPr algn="ctr">
              <a:defRPr sz="1200" b="1">
                <a:solidFill>
                  <a:srgbClr val="2E8B74"/>
                </a:solidFill>
              </a:defRPr>
            </a:lvl8pPr>
            <a:lvl9pPr algn="ctr">
              <a:defRPr sz="120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E8B74"/>
                </a:solidFill>
              </a:defRPr>
            </a:pPr>
            <a:r>
              <a:rPr sz="1200" b="1">
                <a:solidFill>
                  <a:srgbClr val="2E8B74"/>
                </a:solidFill>
              </a:rPr>
              <a:t>Scenario analysis is not a causal guarantee.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BBCBC-E983-4B36-AB06-E34385A2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16097462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2DE5F-EEB6-4C4A-8CA7-4E1EA6D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TESTING + FAILURE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AAC79-FFF2-4E3F-9970-62043CD8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Strong averages still contain difficult hours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2517-7E22-4DB6-B3A8-89105D97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C0D9F-8FDD-4960-A5D3-706A32C1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558E9-CF9C-4579-9D7F-8F53AB1A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2E508-BA43-4DCC-A7A7-AC2B02A4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9971B-5539-4CDF-8D5C-CDAFB411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  <a:lvl1pPr algn="l">
              <a:defRPr sz="2325" b="1">
                <a:solidFill>
                  <a:srgbClr val="16324F"/>
                </a:solidFill>
              </a:defRPr>
            </a:lvl1pPr>
            <a:lvl2pPr algn="l">
              <a:defRPr sz="2325" b="1">
                <a:solidFill>
                  <a:srgbClr val="16324F"/>
                </a:solidFill>
              </a:defRPr>
            </a:lvl2pPr>
            <a:lvl3pPr algn="l">
              <a:defRPr sz="2325" b="1">
                <a:solidFill>
                  <a:srgbClr val="16324F"/>
                </a:solidFill>
              </a:defRPr>
            </a:lvl3pPr>
            <a:lvl4pPr algn="l">
              <a:defRPr sz="2325" b="1">
                <a:solidFill>
                  <a:srgbClr val="16324F"/>
                </a:solidFill>
              </a:defRPr>
            </a:lvl4pPr>
            <a:lvl5pPr algn="l">
              <a:defRPr sz="2325" b="1">
                <a:solidFill>
                  <a:srgbClr val="16324F"/>
                </a:solidFill>
              </a:defRPr>
            </a:lvl5pPr>
            <a:lvl6pPr algn="l">
              <a:defRPr sz="2325" b="1">
                <a:solidFill>
                  <a:srgbClr val="16324F"/>
                </a:solidFill>
              </a:defRPr>
            </a:lvl6pPr>
            <a:lvl7pPr algn="l">
              <a:defRPr sz="2325" b="1">
                <a:solidFill>
                  <a:srgbClr val="16324F"/>
                </a:solidFill>
              </a:defRPr>
            </a:lvl7pPr>
            <a:lvl8pPr algn="l">
              <a:defRPr sz="2325" b="1">
                <a:solidFill>
                  <a:srgbClr val="16324F"/>
                </a:solidFill>
              </a:defRPr>
            </a:lvl8pPr>
            <a:lvl9pPr algn="l">
              <a:defRPr sz="23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44 / 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421EF-1031-4B72-B857-F485F4D1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pytest checks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27456-4430-47E5-A238-E93AF4AF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430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CD3E7-CB31-4797-9117-C13E714D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430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3E603-0BA3-465E-ADF6-43ABC681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  <a:lvl1pPr algn="l">
              <a:defRPr sz="2325" b="1">
                <a:solidFill>
                  <a:srgbClr val="16324F"/>
                </a:solidFill>
              </a:defRPr>
            </a:lvl1pPr>
            <a:lvl2pPr algn="l">
              <a:defRPr sz="2325" b="1">
                <a:solidFill>
                  <a:srgbClr val="16324F"/>
                </a:solidFill>
              </a:defRPr>
            </a:lvl2pPr>
            <a:lvl3pPr algn="l">
              <a:defRPr sz="2325" b="1">
                <a:solidFill>
                  <a:srgbClr val="16324F"/>
                </a:solidFill>
              </a:defRPr>
            </a:lvl3pPr>
            <a:lvl4pPr algn="l">
              <a:defRPr sz="2325" b="1">
                <a:solidFill>
                  <a:srgbClr val="16324F"/>
                </a:solidFill>
              </a:defRPr>
            </a:lvl4pPr>
            <a:lvl5pPr algn="l">
              <a:defRPr sz="2325" b="1">
                <a:solidFill>
                  <a:srgbClr val="16324F"/>
                </a:solidFill>
              </a:defRPr>
            </a:lvl5pPr>
            <a:lvl6pPr algn="l">
              <a:defRPr sz="2325" b="1">
                <a:solidFill>
                  <a:srgbClr val="16324F"/>
                </a:solidFill>
              </a:defRPr>
            </a:lvl6pPr>
            <a:lvl7pPr algn="l">
              <a:defRPr sz="2325" b="1">
                <a:solidFill>
                  <a:srgbClr val="16324F"/>
                </a:solidFill>
              </a:defRPr>
            </a:lvl7pPr>
            <a:lvl8pPr algn="l">
              <a:defRPr sz="2325" b="1">
                <a:solidFill>
                  <a:srgbClr val="16324F"/>
                </a:solidFill>
              </a:defRPr>
            </a:lvl8pPr>
            <a:lvl9pPr algn="l">
              <a:defRPr sz="23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HTTP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420E1-B2D0-4330-A7E1-BE0BE9F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real Streamlit startup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14F21-AC08-4477-8243-EEEF5E92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1D768-718F-4104-A431-F7D1C05D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D6970-9D04-4F8F-A37C-2BE70249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  <a:lvl1pPr algn="l">
              <a:defRPr sz="2325" b="1">
                <a:solidFill>
                  <a:srgbClr val="16324F"/>
                </a:solidFill>
              </a:defRPr>
            </a:lvl1pPr>
            <a:lvl2pPr algn="l">
              <a:defRPr sz="2325" b="1">
                <a:solidFill>
                  <a:srgbClr val="16324F"/>
                </a:solidFill>
              </a:defRPr>
            </a:lvl2pPr>
            <a:lvl3pPr algn="l">
              <a:defRPr sz="2325" b="1">
                <a:solidFill>
                  <a:srgbClr val="16324F"/>
                </a:solidFill>
              </a:defRPr>
            </a:lvl3pPr>
            <a:lvl4pPr algn="l">
              <a:defRPr sz="2325" b="1">
                <a:solidFill>
                  <a:srgbClr val="16324F"/>
                </a:solidFill>
              </a:defRPr>
            </a:lvl4pPr>
            <a:lvl5pPr algn="l">
              <a:defRPr sz="2325" b="1">
                <a:solidFill>
                  <a:srgbClr val="16324F"/>
                </a:solidFill>
              </a:defRPr>
            </a:lvl5pPr>
            <a:lvl6pPr algn="l">
              <a:defRPr sz="2325" b="1">
                <a:solidFill>
                  <a:srgbClr val="16324F"/>
                </a:solidFill>
              </a:defRPr>
            </a:lvl6pPr>
            <a:lvl7pPr algn="l">
              <a:defRPr sz="2325" b="1">
                <a:solidFill>
                  <a:srgbClr val="16324F"/>
                </a:solidFill>
              </a:defRPr>
            </a:lvl7pPr>
            <a:lvl8pPr algn="l">
              <a:defRPr sz="2325" b="1">
                <a:solidFill>
                  <a:srgbClr val="16324F"/>
                </a:solidFill>
              </a:defRPr>
            </a:lvl8pPr>
            <a:lvl9pPr algn="l">
              <a:defRPr sz="23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20 / 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DBD21-31CB-4AC1-AB6D-0F2F94C6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canonical files hash-identical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CC164-CCB1-4E18-A2DF-51053D92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430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27102-2ABC-4DF5-9721-D5C5376B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430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B72E5-CAA2-4549-BAD9-69308ABF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  <a:lvl1pPr algn="l">
              <a:defRPr sz="2325" b="1">
                <a:solidFill>
                  <a:srgbClr val="16324F"/>
                </a:solidFill>
              </a:defRPr>
            </a:lvl1pPr>
            <a:lvl2pPr algn="l">
              <a:defRPr sz="2325" b="1">
                <a:solidFill>
                  <a:srgbClr val="16324F"/>
                </a:solidFill>
              </a:defRPr>
            </a:lvl2pPr>
            <a:lvl3pPr algn="l">
              <a:defRPr sz="2325" b="1">
                <a:solidFill>
                  <a:srgbClr val="16324F"/>
                </a:solidFill>
              </a:defRPr>
            </a:lvl3pPr>
            <a:lvl4pPr algn="l">
              <a:defRPr sz="2325" b="1">
                <a:solidFill>
                  <a:srgbClr val="16324F"/>
                </a:solidFill>
              </a:defRPr>
            </a:lvl4pPr>
            <a:lvl5pPr algn="l">
              <a:defRPr sz="2325" b="1">
                <a:solidFill>
                  <a:srgbClr val="16324F"/>
                </a:solidFill>
              </a:defRPr>
            </a:lvl5pPr>
            <a:lvl6pPr algn="l">
              <a:defRPr sz="2325" b="1">
                <a:solidFill>
                  <a:srgbClr val="16324F"/>
                </a:solidFill>
              </a:defRPr>
            </a:lvl6pPr>
            <a:lvl7pPr algn="l">
              <a:defRPr sz="2325" b="1">
                <a:solidFill>
                  <a:srgbClr val="16324F"/>
                </a:solidFill>
              </a:defRPr>
            </a:lvl7pPr>
            <a:lvl8pPr algn="l">
              <a:defRPr sz="2325" b="1">
                <a:solidFill>
                  <a:srgbClr val="16324F"/>
                </a:solidFill>
              </a:defRPr>
            </a:lvl8pPr>
            <a:lvl9pPr algn="l">
              <a:defRPr sz="23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5A1E3-9FB8-4AE9-97CF-ACDE708D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future targets used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D7B00-0DA4-4004-9622-ADBAC050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85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EEECA-DC70-425E-B533-74A7A2D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GENUINE DIFFICULT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0D65C-6037-407E-85BC-5F980C00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17 Jun · 12:00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92CB9-4E73-4D65-A17A-6E03DD6A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DCEFFA"/>
                </a:solidFill>
              </a:defRPr>
            </a:defPPr>
            <a:lvl1pPr algn="l">
              <a:defRPr sz="1575" b="1">
                <a:solidFill>
                  <a:srgbClr val="DCEFFA"/>
                </a:solidFill>
              </a:defRPr>
            </a:lvl1pPr>
            <a:lvl2pPr algn="l">
              <a:defRPr sz="1575" b="1">
                <a:solidFill>
                  <a:srgbClr val="DCEFFA"/>
                </a:solidFill>
              </a:defRPr>
            </a:lvl2pPr>
            <a:lvl3pPr algn="l">
              <a:defRPr sz="1575" b="1">
                <a:solidFill>
                  <a:srgbClr val="DCEFFA"/>
                </a:solidFill>
              </a:defRPr>
            </a:lvl3pPr>
            <a:lvl4pPr algn="l">
              <a:defRPr sz="1575" b="1">
                <a:solidFill>
                  <a:srgbClr val="DCEFFA"/>
                </a:solidFill>
              </a:defRPr>
            </a:lvl4pPr>
            <a:lvl5pPr algn="l">
              <a:defRPr sz="1575" b="1">
                <a:solidFill>
                  <a:srgbClr val="DCEFFA"/>
                </a:solidFill>
              </a:defRPr>
            </a:lvl5pPr>
            <a:lvl6pPr algn="l">
              <a:defRPr sz="1575" b="1">
                <a:solidFill>
                  <a:srgbClr val="DCEFFA"/>
                </a:solidFill>
              </a:defRPr>
            </a:lvl6pPr>
            <a:lvl7pPr algn="l">
              <a:defRPr sz="1575" b="1">
                <a:solidFill>
                  <a:srgbClr val="DCEFFA"/>
                </a:solidFill>
              </a:defRPr>
            </a:lvl7pPr>
            <a:lvl8pPr algn="l">
              <a:defRPr sz="1575" b="1">
                <a:solidFill>
                  <a:srgbClr val="DCEFFA"/>
                </a:solidFill>
              </a:defRPr>
            </a:lvl8pPr>
            <a:lvl9pPr algn="l">
              <a:defRPr sz="1575" b="1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DCEFFA"/>
                </a:solidFill>
              </a:defRPr>
            </a:pPr>
            <a:r>
              <a:rPr sz="1575" b="1">
                <a:solidFill>
                  <a:srgbClr val="DCEFFA"/>
                </a:solidFill>
              </a:rPr>
              <a:t>Actual 126.25 kWh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2BCF7-DBBD-477E-BA62-98F47F76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00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DCEFFA"/>
                </a:solidFill>
              </a:defRPr>
            </a:defPPr>
            <a:lvl1pPr algn="l">
              <a:defRPr sz="1575" b="1">
                <a:solidFill>
                  <a:srgbClr val="DCEFFA"/>
                </a:solidFill>
              </a:defRPr>
            </a:lvl1pPr>
            <a:lvl2pPr algn="l">
              <a:defRPr sz="1575" b="1">
                <a:solidFill>
                  <a:srgbClr val="DCEFFA"/>
                </a:solidFill>
              </a:defRPr>
            </a:lvl2pPr>
            <a:lvl3pPr algn="l">
              <a:defRPr sz="1575" b="1">
                <a:solidFill>
                  <a:srgbClr val="DCEFFA"/>
                </a:solidFill>
              </a:defRPr>
            </a:lvl3pPr>
            <a:lvl4pPr algn="l">
              <a:defRPr sz="1575" b="1">
                <a:solidFill>
                  <a:srgbClr val="DCEFFA"/>
                </a:solidFill>
              </a:defRPr>
            </a:lvl4pPr>
            <a:lvl5pPr algn="l">
              <a:defRPr sz="1575" b="1">
                <a:solidFill>
                  <a:srgbClr val="DCEFFA"/>
                </a:solidFill>
              </a:defRPr>
            </a:lvl5pPr>
            <a:lvl6pPr algn="l">
              <a:defRPr sz="1575" b="1">
                <a:solidFill>
                  <a:srgbClr val="DCEFFA"/>
                </a:solidFill>
              </a:defRPr>
            </a:lvl6pPr>
            <a:lvl7pPr algn="l">
              <a:defRPr sz="1575" b="1">
                <a:solidFill>
                  <a:srgbClr val="DCEFFA"/>
                </a:solidFill>
              </a:defRPr>
            </a:lvl7pPr>
            <a:lvl8pPr algn="l">
              <a:defRPr sz="1575" b="1">
                <a:solidFill>
                  <a:srgbClr val="DCEFFA"/>
                </a:solidFill>
              </a:defRPr>
            </a:lvl8pPr>
            <a:lvl9pPr algn="l">
              <a:defRPr sz="1575" b="1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DCEFFA"/>
                </a:solidFill>
              </a:defRPr>
            </a:pPr>
            <a:r>
              <a:rPr sz="1575" b="1">
                <a:solidFill>
                  <a:srgbClr val="DCEFFA"/>
                </a:solidFill>
              </a:rPr>
              <a:t>Prediction 83.67 kWh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4B444-71D4-44F2-A6B6-194B72E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2B84B"/>
                </a:solidFill>
              </a:defRPr>
            </a:defPPr>
            <a:lvl1pPr algn="r">
              <a:defRPr sz="1575" b="1">
                <a:solidFill>
                  <a:srgbClr val="F2B84B"/>
                </a:solidFill>
              </a:defRPr>
            </a:lvl1pPr>
            <a:lvl2pPr algn="r">
              <a:defRPr sz="1575" b="1">
                <a:solidFill>
                  <a:srgbClr val="F2B84B"/>
                </a:solidFill>
              </a:defRPr>
            </a:lvl2pPr>
            <a:lvl3pPr algn="r">
              <a:defRPr sz="1575" b="1">
                <a:solidFill>
                  <a:srgbClr val="F2B84B"/>
                </a:solidFill>
              </a:defRPr>
            </a:lvl3pPr>
            <a:lvl4pPr algn="r">
              <a:defRPr sz="1575" b="1">
                <a:solidFill>
                  <a:srgbClr val="F2B84B"/>
                </a:solidFill>
              </a:defRPr>
            </a:lvl4pPr>
            <a:lvl5pPr algn="r">
              <a:defRPr sz="1575" b="1">
                <a:solidFill>
                  <a:srgbClr val="F2B84B"/>
                </a:solidFill>
              </a:defRPr>
            </a:lvl5pPr>
            <a:lvl6pPr algn="r">
              <a:defRPr sz="1575" b="1">
                <a:solidFill>
                  <a:srgbClr val="F2B84B"/>
                </a:solidFill>
              </a:defRPr>
            </a:lvl6pPr>
            <a:lvl7pPr algn="r">
              <a:defRPr sz="1575" b="1">
                <a:solidFill>
                  <a:srgbClr val="F2B84B"/>
                </a:solidFill>
              </a:defRPr>
            </a:lvl7pPr>
            <a:lvl8pPr algn="r">
              <a:defRPr sz="1575" b="1">
                <a:solidFill>
                  <a:srgbClr val="F2B84B"/>
                </a:solidFill>
              </a:defRPr>
            </a:lvl8pPr>
            <a:lvl9pPr algn="r">
              <a:defRPr sz="1575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r">
              <a:defRPr sz="1575" b="1">
                <a:solidFill>
                  <a:srgbClr val="F2B84B"/>
                </a:solidFill>
              </a:defRPr>
            </a:pPr>
            <a:r>
              <a:rPr sz="1575" b="1">
                <a:solidFill>
                  <a:srgbClr val="F2B84B"/>
                </a:solidFill>
              </a:rPr>
              <a:t>42.58 kWh error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C83D2-0603-4777-A1D3-3A84760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022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46101-C414-404B-836E-98D56001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</a:defRPr>
            </a:defPPr>
            <a:lvl1pPr algn="l">
              <a:defRPr sz="1350" b="0">
                <a:solidFill>
                  <a:srgbClr val="FFFFFF"/>
                </a:solidFill>
              </a:defRPr>
            </a:lvl1pPr>
            <a:lvl2pPr algn="l">
              <a:defRPr sz="1350" b="0">
                <a:solidFill>
                  <a:srgbClr val="FFFFFF"/>
                </a:solidFill>
              </a:defRPr>
            </a:lvl2pPr>
            <a:lvl3pPr algn="l">
              <a:defRPr sz="1350" b="0">
                <a:solidFill>
                  <a:srgbClr val="FFFFFF"/>
                </a:solidFill>
              </a:defRPr>
            </a:lvl3pPr>
            <a:lvl4pPr algn="l">
              <a:defRPr sz="1350" b="0">
                <a:solidFill>
                  <a:srgbClr val="FFFFFF"/>
                </a:solidFill>
              </a:defRPr>
            </a:lvl4pPr>
            <a:lvl5pPr algn="l">
              <a:defRPr sz="1350" b="0">
                <a:solidFill>
                  <a:srgbClr val="FFFFFF"/>
                </a:solidFill>
              </a:defRPr>
            </a:lvl5pPr>
            <a:lvl6pPr algn="l">
              <a:defRPr sz="1350" b="0">
                <a:solidFill>
                  <a:srgbClr val="FFFFFF"/>
                </a:solidFill>
              </a:defRPr>
            </a:lvl6pPr>
            <a:lvl7pPr algn="l">
              <a:defRPr sz="1350" b="0">
                <a:solidFill>
                  <a:srgbClr val="FFFFFF"/>
                </a:solidFill>
              </a:defRPr>
            </a:lvl7pPr>
            <a:lvl8pPr algn="l">
              <a:defRPr sz="1350" b="0">
                <a:solidFill>
                  <a:srgbClr val="FFFFFF"/>
                </a:solidFill>
              </a:defRPr>
            </a:lvl8pPr>
            <a:lvl9pPr algn="l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Retrospective context: a simulated laboratory-load event was intentionally unavailable to the model.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400170-477F-47F4-BEB3-7683D7DF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59D9A"/>
                </a:solidFill>
              </a:defRPr>
            </a:defPPr>
            <a:lvl1pPr algn="l">
              <a:defRPr sz="1125" b="1">
                <a:solidFill>
                  <a:srgbClr val="159D9A"/>
                </a:solidFill>
              </a:defRPr>
            </a:lvl1pPr>
            <a:lvl2pPr algn="l">
              <a:defRPr sz="1125" b="1">
                <a:solidFill>
                  <a:srgbClr val="159D9A"/>
                </a:solidFill>
              </a:defRPr>
            </a:lvl2pPr>
            <a:lvl3pPr algn="l">
              <a:defRPr sz="1125" b="1">
                <a:solidFill>
                  <a:srgbClr val="159D9A"/>
                </a:solidFill>
              </a:defRPr>
            </a:lvl3pPr>
            <a:lvl4pPr algn="l">
              <a:defRPr sz="1125" b="1">
                <a:solidFill>
                  <a:srgbClr val="159D9A"/>
                </a:solidFill>
              </a:defRPr>
            </a:lvl4pPr>
            <a:lvl5pPr algn="l">
              <a:defRPr sz="1125" b="1">
                <a:solidFill>
                  <a:srgbClr val="159D9A"/>
                </a:solidFill>
              </a:defRPr>
            </a:lvl5pPr>
            <a:lvl6pPr algn="l">
              <a:defRPr sz="1125" b="1">
                <a:solidFill>
                  <a:srgbClr val="159D9A"/>
                </a:solidFill>
              </a:defRPr>
            </a:lvl6pPr>
            <a:lvl7pPr algn="l">
              <a:defRPr sz="1125" b="1">
                <a:solidFill>
                  <a:srgbClr val="159D9A"/>
                </a:solidFill>
              </a:defRPr>
            </a:lvl7pPr>
            <a:lvl8pPr algn="l">
              <a:defRPr sz="1125" b="1">
                <a:solidFill>
                  <a:srgbClr val="159D9A"/>
                </a:solidFill>
              </a:defRPr>
            </a:lvl8pPr>
            <a:lvl9pPr algn="l">
              <a:defRPr sz="1125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59D9A"/>
                </a:solidFill>
              </a:defRPr>
            </a:pPr>
            <a:r>
              <a:rPr sz="1125" b="1">
                <a:solidFill>
                  <a:srgbClr val="159D9A"/>
                </a:solidFill>
              </a:rPr>
              <a:t>Why show it?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A6E0C-64CF-47BB-87D9-500DA9AD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673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CEFFA"/>
                </a:solidFill>
              </a:defRPr>
            </a:defPPr>
            <a:lvl1pPr algn="l">
              <a:defRPr sz="1350" b="0">
                <a:solidFill>
                  <a:srgbClr val="DCEFFA"/>
                </a:solidFill>
              </a:defRPr>
            </a:lvl1pPr>
            <a:lvl2pPr algn="l">
              <a:defRPr sz="1350" b="0">
                <a:solidFill>
                  <a:srgbClr val="DCEFFA"/>
                </a:solidFill>
              </a:defRPr>
            </a:lvl2pPr>
            <a:lvl3pPr algn="l">
              <a:defRPr sz="1350" b="0">
                <a:solidFill>
                  <a:srgbClr val="DCEFFA"/>
                </a:solidFill>
              </a:defRPr>
            </a:lvl3pPr>
            <a:lvl4pPr algn="l">
              <a:defRPr sz="1350" b="0">
                <a:solidFill>
                  <a:srgbClr val="DCEFFA"/>
                </a:solidFill>
              </a:defRPr>
            </a:lvl4pPr>
            <a:lvl5pPr algn="l">
              <a:defRPr sz="1350" b="0">
                <a:solidFill>
                  <a:srgbClr val="DCEFFA"/>
                </a:solidFill>
              </a:defRPr>
            </a:lvl5pPr>
            <a:lvl6pPr algn="l">
              <a:defRPr sz="1350" b="0">
                <a:solidFill>
                  <a:srgbClr val="DCEFFA"/>
                </a:solidFill>
              </a:defRPr>
            </a:lvl6pPr>
            <a:lvl7pPr algn="l">
              <a:defRPr sz="1350" b="0">
                <a:solidFill>
                  <a:srgbClr val="DCEFFA"/>
                </a:solidFill>
              </a:defRPr>
            </a:lvl7pPr>
            <a:lvl8pPr algn="l">
              <a:defRPr sz="1350" b="0">
                <a:solidFill>
                  <a:srgbClr val="DCEFFA"/>
                </a:solidFill>
              </a:defRPr>
            </a:lvl8pPr>
            <a:lvl9pPr algn="l">
              <a:defRPr sz="1350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CEFFA"/>
                </a:solidFill>
              </a:defRPr>
            </a:pPr>
            <a:r>
              <a:rPr sz="1350" b="0">
                <a:solidFill>
                  <a:srgbClr val="DCEFFA"/>
                </a:solidFill>
              </a:rPr>
              <a:t>Honest error analysis reveals omitted context and guides safer deployment.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4C34E3-2722-4506-84FE-260D727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1554432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4F11F6-710F-424C-B4D2-4D0A90FA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RESPONSIBLE AI + SDGS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E69B3-E7C5-48DE-863D-6CA6289A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Useful only when its boundaries stay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CAF94-ED71-43BB-8FA5-CE8DD18F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FAA60-4CD5-4926-B58C-709D02D5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94582-6D44-4BCA-9B84-3C3500B9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5816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F7411-A3E5-4348-8A7F-5C1C4FB0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59D9A"/>
                </a:solidFill>
              </a:defRPr>
            </a:defPPr>
            <a:lvl1pPr algn="l">
              <a:defRPr sz="1050" b="1">
                <a:solidFill>
                  <a:srgbClr val="159D9A"/>
                </a:solidFill>
              </a:defRPr>
            </a:lvl1pPr>
            <a:lvl2pPr algn="l">
              <a:defRPr sz="1050" b="1">
                <a:solidFill>
                  <a:srgbClr val="159D9A"/>
                </a:solidFill>
              </a:defRPr>
            </a:lvl2pPr>
            <a:lvl3pPr algn="l">
              <a:defRPr sz="1050" b="1">
                <a:solidFill>
                  <a:srgbClr val="159D9A"/>
                </a:solidFill>
              </a:defRPr>
            </a:lvl3pPr>
            <a:lvl4pPr algn="l">
              <a:defRPr sz="1050" b="1">
                <a:solidFill>
                  <a:srgbClr val="159D9A"/>
                </a:solidFill>
              </a:defRPr>
            </a:lvl4pPr>
            <a:lvl5pPr algn="l">
              <a:defRPr sz="1050" b="1">
                <a:solidFill>
                  <a:srgbClr val="159D9A"/>
                </a:solidFill>
              </a:defRPr>
            </a:lvl5pPr>
            <a:lvl6pPr algn="l">
              <a:defRPr sz="1050" b="1">
                <a:solidFill>
                  <a:srgbClr val="159D9A"/>
                </a:solidFill>
              </a:defRPr>
            </a:lvl6pPr>
            <a:lvl7pPr algn="l">
              <a:defRPr sz="1050" b="1">
                <a:solidFill>
                  <a:srgbClr val="159D9A"/>
                </a:solidFill>
              </a:defRPr>
            </a:lvl7pPr>
            <a:lvl8pPr algn="l">
              <a:defRPr sz="1050" b="1">
                <a:solidFill>
                  <a:srgbClr val="159D9A"/>
                </a:solidFill>
              </a:defRPr>
            </a:lvl8pPr>
            <a:lvl9pPr algn="l">
              <a:defRPr sz="105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59D9A"/>
                </a:solidFill>
              </a:defRPr>
            </a:pPr>
            <a:r>
              <a:rPr sz="1050" b="1">
                <a:solidFill>
                  <a:srgbClr val="159D9A"/>
                </a:solidFill>
              </a:rPr>
              <a:t>HUMAN OVERSIGHT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06575-6394-43C8-B3C1-C266FECB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80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9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1BB86-B72B-46D5-8126-05641816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AI FORECAST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37ECB-A3B7-4DA6-964E-C2C20286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80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9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05F26-42B0-4D91-9373-B92A08C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AE617-58AB-4AB7-A08F-C0ED925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80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9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D240D-5A52-4265-8CDE-28EE13F8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MANAGER 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25D4E-9BC7-4511-96D8-3DB133B7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80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43575-2055-4AB9-9847-3F0D7548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HUMAN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062FC-D54D-4879-BBEB-AC53847B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501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DCEFFA"/>
                </a:solidFill>
              </a:defRPr>
            </a:defPPr>
            <a:lvl1pPr algn="ctr">
              <a:defRPr sz="1050" b="0">
                <a:solidFill>
                  <a:srgbClr val="DCEFFA"/>
                </a:solidFill>
              </a:defRPr>
            </a:lvl1pPr>
            <a:lvl2pPr algn="ctr">
              <a:defRPr sz="1050" b="0">
                <a:solidFill>
                  <a:srgbClr val="DCEFFA"/>
                </a:solidFill>
              </a:defRPr>
            </a:lvl2pPr>
            <a:lvl3pPr algn="ctr">
              <a:defRPr sz="1050" b="0">
                <a:solidFill>
                  <a:srgbClr val="DCEFFA"/>
                </a:solidFill>
              </a:defRPr>
            </a:lvl3pPr>
            <a:lvl4pPr algn="ctr">
              <a:defRPr sz="1050" b="0">
                <a:solidFill>
                  <a:srgbClr val="DCEFFA"/>
                </a:solidFill>
              </a:defRPr>
            </a:lvl4pPr>
            <a:lvl5pPr algn="ctr">
              <a:defRPr sz="1050" b="0">
                <a:solidFill>
                  <a:srgbClr val="DCEFFA"/>
                </a:solidFill>
              </a:defRPr>
            </a:lvl5pPr>
            <a:lvl6pPr algn="ctr">
              <a:defRPr sz="1050" b="0">
                <a:solidFill>
                  <a:srgbClr val="DCEFFA"/>
                </a:solidFill>
              </a:defRPr>
            </a:lvl6pPr>
            <a:lvl7pPr algn="ctr">
              <a:defRPr sz="1050" b="0">
                <a:solidFill>
                  <a:srgbClr val="DCEFFA"/>
                </a:solidFill>
              </a:defRPr>
            </a:lvl7pPr>
            <a:lvl8pPr algn="ctr">
              <a:defRPr sz="1050" b="0">
                <a:solidFill>
                  <a:srgbClr val="DCEFFA"/>
                </a:solidFill>
              </a:defRPr>
            </a:lvl8pPr>
            <a:lvl9pPr algn="ctr">
              <a:defRPr sz="1050" b="0">
                <a:solidFill>
                  <a:srgbClr val="DCEFFA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DCEFFA"/>
                </a:solidFill>
              </a:defRPr>
            </a:pPr>
            <a:r>
              <a:rPr sz="1050" b="0">
                <a:solidFill>
                  <a:srgbClr val="DCEFFA"/>
                </a:solidFill>
              </a:rPr>
              <a:t>Aggregate occupancy · visible warnings · access controls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5B8F9-C7A1-4D38-8F81-8E3BC396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573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16B"/>
                </a:solidFill>
              </a:defRPr>
            </a:defPPr>
            <a:lvl1pPr algn="l">
              <a:defRPr sz="1050" b="1">
                <a:solidFill>
                  <a:srgbClr val="52616B"/>
                </a:solidFill>
              </a:defRPr>
            </a:lvl1pPr>
            <a:lvl2pPr algn="l">
              <a:defRPr sz="1050" b="1">
                <a:solidFill>
                  <a:srgbClr val="52616B"/>
                </a:solidFill>
              </a:defRPr>
            </a:lvl2pPr>
            <a:lvl3pPr algn="l">
              <a:defRPr sz="1050" b="1">
                <a:solidFill>
                  <a:srgbClr val="52616B"/>
                </a:solidFill>
              </a:defRPr>
            </a:lvl3pPr>
            <a:lvl4pPr algn="l">
              <a:defRPr sz="1050" b="1">
                <a:solidFill>
                  <a:srgbClr val="52616B"/>
                </a:solidFill>
              </a:defRPr>
            </a:lvl4pPr>
            <a:lvl5pPr algn="l">
              <a:defRPr sz="1050" b="1">
                <a:solidFill>
                  <a:srgbClr val="52616B"/>
                </a:solidFill>
              </a:defRPr>
            </a:lvl5pPr>
            <a:lvl6pPr algn="l">
              <a:defRPr sz="1050" b="1">
                <a:solidFill>
                  <a:srgbClr val="52616B"/>
                </a:solidFill>
              </a:defRPr>
            </a:lvl6pPr>
            <a:lvl7pPr algn="l">
              <a:defRPr sz="1050" b="1">
                <a:solidFill>
                  <a:srgbClr val="52616B"/>
                </a:solidFill>
              </a:defRPr>
            </a:lvl7pPr>
            <a:lvl8pPr algn="l">
              <a:defRPr sz="1050" b="1">
                <a:solidFill>
                  <a:srgbClr val="52616B"/>
                </a:solidFill>
              </a:defRPr>
            </a:lvl8pPr>
            <a:lvl9pPr algn="l">
              <a:defRPr sz="105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Primary alignment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6E251-B656-472E-9000-8CDBFFEB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4095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686CC-0E47-48D2-AA81-4D967F57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288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2E8B74"/>
                </a:solidFill>
              </a:defRPr>
            </a:defPPr>
            <a:lvl1pPr algn="l">
              <a:defRPr sz="2100" b="1">
                <a:solidFill>
                  <a:srgbClr val="2E8B74"/>
                </a:solidFill>
              </a:defRPr>
            </a:lvl1pPr>
            <a:lvl2pPr algn="l">
              <a:defRPr sz="2100" b="1">
                <a:solidFill>
                  <a:srgbClr val="2E8B74"/>
                </a:solidFill>
              </a:defRPr>
            </a:lvl2pPr>
            <a:lvl3pPr algn="l">
              <a:defRPr sz="2100" b="1">
                <a:solidFill>
                  <a:srgbClr val="2E8B74"/>
                </a:solidFill>
              </a:defRPr>
            </a:lvl3pPr>
            <a:lvl4pPr algn="l">
              <a:defRPr sz="2100" b="1">
                <a:solidFill>
                  <a:srgbClr val="2E8B74"/>
                </a:solidFill>
              </a:defRPr>
            </a:lvl4pPr>
            <a:lvl5pPr algn="l">
              <a:defRPr sz="2100" b="1">
                <a:solidFill>
                  <a:srgbClr val="2E8B74"/>
                </a:solidFill>
              </a:defRPr>
            </a:lvl5pPr>
            <a:lvl6pPr algn="l">
              <a:defRPr sz="2100" b="1">
                <a:solidFill>
                  <a:srgbClr val="2E8B74"/>
                </a:solidFill>
              </a:defRPr>
            </a:lvl6pPr>
            <a:lvl7pPr algn="l">
              <a:defRPr sz="2100" b="1">
                <a:solidFill>
                  <a:srgbClr val="2E8B74"/>
                </a:solidFill>
              </a:defRPr>
            </a:lvl7pPr>
            <a:lvl8pPr algn="l">
              <a:defRPr sz="2100" b="1">
                <a:solidFill>
                  <a:srgbClr val="2E8B74"/>
                </a:solidFill>
              </a:defRPr>
            </a:lvl8pPr>
            <a:lvl9pPr algn="l">
              <a:defRPr sz="210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E8B74"/>
                </a:solidFill>
              </a:defRPr>
            </a:pPr>
            <a:r>
              <a:rPr sz="2100" b="1">
                <a:solidFill>
                  <a:srgbClr val="2E8B74"/>
                </a:solidFill>
              </a:rPr>
              <a:t>SDG 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8203C-003F-43C1-8557-3A1F5F7F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  <a:lvl1pPr algn="l">
              <a:defRPr sz="1500" b="1">
                <a:solidFill>
                  <a:srgbClr val="102A43"/>
                </a:solidFill>
              </a:defRPr>
            </a:lvl1pPr>
            <a:lvl2pPr algn="l">
              <a:defRPr sz="1500" b="1">
                <a:solidFill>
                  <a:srgbClr val="102A43"/>
                </a:solidFill>
              </a:defRPr>
            </a:lvl2pPr>
            <a:lvl3pPr algn="l">
              <a:defRPr sz="1500" b="1">
                <a:solidFill>
                  <a:srgbClr val="102A43"/>
                </a:solidFill>
              </a:defRPr>
            </a:lvl3pPr>
            <a:lvl4pPr algn="l">
              <a:defRPr sz="1500" b="1">
                <a:solidFill>
                  <a:srgbClr val="102A43"/>
                </a:solidFill>
              </a:defRPr>
            </a:lvl4pPr>
            <a:lvl5pPr algn="l">
              <a:defRPr sz="1500" b="1">
                <a:solidFill>
                  <a:srgbClr val="102A43"/>
                </a:solidFill>
              </a:defRPr>
            </a:lvl5pPr>
            <a:lvl6pPr algn="l">
              <a:defRPr sz="1500" b="1">
                <a:solidFill>
                  <a:srgbClr val="102A43"/>
                </a:solidFill>
              </a:defRPr>
            </a:lvl6pPr>
            <a:lvl7pPr algn="l">
              <a:defRPr sz="1500" b="1">
                <a:solidFill>
                  <a:srgbClr val="102A43"/>
                </a:solidFill>
              </a:defRPr>
            </a:lvl7pPr>
            <a:lvl8pPr algn="l">
              <a:defRPr sz="1500" b="1">
                <a:solidFill>
                  <a:srgbClr val="102A43"/>
                </a:solidFill>
              </a:defRPr>
            </a:lvl8pPr>
            <a:lvl9pPr algn="l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Affordable and Clean Energy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E7CE0-9C93-4828-AC48-AC8C27AA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16B"/>
                </a:solidFill>
              </a:defRPr>
            </a:defPPr>
            <a:lvl1pPr algn="l">
              <a:defRPr sz="1125" b="0">
                <a:solidFill>
                  <a:srgbClr val="52616B"/>
                </a:solidFill>
              </a:defRPr>
            </a:lvl1pPr>
            <a:lvl2pPr algn="l">
              <a:defRPr sz="1125" b="0">
                <a:solidFill>
                  <a:srgbClr val="52616B"/>
                </a:solidFill>
              </a:defRPr>
            </a:lvl2pPr>
            <a:lvl3pPr algn="l">
              <a:defRPr sz="1125" b="0">
                <a:solidFill>
                  <a:srgbClr val="52616B"/>
                </a:solidFill>
              </a:defRPr>
            </a:lvl3pPr>
            <a:lvl4pPr algn="l">
              <a:defRPr sz="1125" b="0">
                <a:solidFill>
                  <a:srgbClr val="52616B"/>
                </a:solidFill>
              </a:defRPr>
            </a:lvl4pPr>
            <a:lvl5pPr algn="l">
              <a:defRPr sz="1125" b="0">
                <a:solidFill>
                  <a:srgbClr val="52616B"/>
                </a:solidFill>
              </a:defRPr>
            </a:lvl5pPr>
            <a:lvl6pPr algn="l">
              <a:defRPr sz="1125" b="0">
                <a:solidFill>
                  <a:srgbClr val="52616B"/>
                </a:solidFill>
              </a:defRPr>
            </a:lvl6pPr>
            <a:lvl7pPr algn="l">
              <a:defRPr sz="1125" b="0">
                <a:solidFill>
                  <a:srgbClr val="52616B"/>
                </a:solidFill>
              </a:defRPr>
            </a:lvl7pPr>
            <a:lvl8pPr algn="l">
              <a:defRPr sz="1125" b="0">
                <a:solidFill>
                  <a:srgbClr val="52616B"/>
                </a:solidFill>
              </a:defRPr>
            </a:lvl8pPr>
            <a:lvl9pPr algn="l"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Advance demand visibility can support efficient operations.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903AB-4D84-40D4-820B-7B7C88AB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16B"/>
                </a:solidFill>
              </a:defRPr>
            </a:defPPr>
            <a:lvl1pPr algn="l">
              <a:defRPr sz="1050" b="1">
                <a:solidFill>
                  <a:srgbClr val="52616B"/>
                </a:solidFill>
              </a:defRPr>
            </a:lvl1pPr>
            <a:lvl2pPr algn="l">
              <a:defRPr sz="1050" b="1">
                <a:solidFill>
                  <a:srgbClr val="52616B"/>
                </a:solidFill>
              </a:defRPr>
            </a:lvl2pPr>
            <a:lvl3pPr algn="l">
              <a:defRPr sz="1050" b="1">
                <a:solidFill>
                  <a:srgbClr val="52616B"/>
                </a:solidFill>
              </a:defRPr>
            </a:lvl3pPr>
            <a:lvl4pPr algn="l">
              <a:defRPr sz="1050" b="1">
                <a:solidFill>
                  <a:srgbClr val="52616B"/>
                </a:solidFill>
              </a:defRPr>
            </a:lvl4pPr>
            <a:lvl5pPr algn="l">
              <a:defRPr sz="1050" b="1">
                <a:solidFill>
                  <a:srgbClr val="52616B"/>
                </a:solidFill>
              </a:defRPr>
            </a:lvl5pPr>
            <a:lvl6pPr algn="l">
              <a:defRPr sz="1050" b="1">
                <a:solidFill>
                  <a:srgbClr val="52616B"/>
                </a:solidFill>
              </a:defRPr>
            </a:lvl6pPr>
            <a:lvl7pPr algn="l">
              <a:defRPr sz="1050" b="1">
                <a:solidFill>
                  <a:srgbClr val="52616B"/>
                </a:solidFill>
              </a:defRPr>
            </a:lvl7pPr>
            <a:lvl8pPr algn="l">
              <a:defRPr sz="1050" b="1">
                <a:solidFill>
                  <a:srgbClr val="52616B"/>
                </a:solidFill>
              </a:defRPr>
            </a:lvl8pPr>
            <a:lvl9pPr algn="l">
              <a:defRPr sz="105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16B"/>
                </a:solidFill>
              </a:defRPr>
            </a:pPr>
            <a:r>
              <a:rPr sz="1050" b="1">
                <a:solidFill>
                  <a:srgbClr val="52616B"/>
                </a:solidFill>
              </a:rPr>
              <a:t>Supporting relevance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8A1D9-6471-4089-91B1-75B80C1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3C6FB-2997-443F-9243-F91C19F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7667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324F"/>
                </a:solidFill>
              </a:defRPr>
            </a:defPPr>
            <a:lvl1pPr algn="ctr">
              <a:defRPr sz="1050" b="1">
                <a:solidFill>
                  <a:srgbClr val="16324F"/>
                </a:solidFill>
              </a:defRPr>
            </a:lvl1pPr>
            <a:lvl2pPr algn="ctr">
              <a:defRPr sz="1050" b="1">
                <a:solidFill>
                  <a:srgbClr val="16324F"/>
                </a:solidFill>
              </a:defRPr>
            </a:lvl2pPr>
            <a:lvl3pPr algn="ctr">
              <a:defRPr sz="1050" b="1">
                <a:solidFill>
                  <a:srgbClr val="16324F"/>
                </a:solidFill>
              </a:defRPr>
            </a:lvl3pPr>
            <a:lvl4pPr algn="ctr">
              <a:defRPr sz="1050" b="1">
                <a:solidFill>
                  <a:srgbClr val="16324F"/>
                </a:solidFill>
              </a:defRPr>
            </a:lvl4pPr>
            <a:lvl5pPr algn="ctr">
              <a:defRPr sz="1050" b="1">
                <a:solidFill>
                  <a:srgbClr val="16324F"/>
                </a:solidFill>
              </a:defRPr>
            </a:lvl5pPr>
            <a:lvl6pPr algn="ctr">
              <a:defRPr sz="1050" b="1">
                <a:solidFill>
                  <a:srgbClr val="16324F"/>
                </a:solidFill>
              </a:defRPr>
            </a:lvl6pPr>
            <a:lvl7pPr algn="ctr">
              <a:defRPr sz="1050" b="1">
                <a:solidFill>
                  <a:srgbClr val="16324F"/>
                </a:solidFill>
              </a:defRPr>
            </a:lvl7pPr>
            <a:lvl8pPr algn="ctr">
              <a:defRPr sz="1050" b="1">
                <a:solidFill>
                  <a:srgbClr val="16324F"/>
                </a:solidFill>
              </a:defRPr>
            </a:lvl8pPr>
            <a:lvl9pPr algn="ctr">
              <a:defRPr sz="10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324F"/>
                </a:solidFill>
              </a:defRPr>
            </a:pPr>
            <a:r>
              <a:rPr sz="1050" b="1">
                <a:solidFill>
                  <a:srgbClr val="16324F"/>
                </a:solidFill>
              </a:rPr>
              <a:t>SDG 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9B236-19F0-4F47-84F2-5E5DA4A9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6324F"/>
                </a:solidFill>
              </a:defRPr>
            </a:defPPr>
            <a:lvl1pPr algn="l">
              <a:defRPr sz="1275" b="1">
                <a:solidFill>
                  <a:srgbClr val="16324F"/>
                </a:solidFill>
              </a:defRPr>
            </a:lvl1pPr>
            <a:lvl2pPr algn="l">
              <a:defRPr sz="1275" b="1">
                <a:solidFill>
                  <a:srgbClr val="16324F"/>
                </a:solidFill>
              </a:defRPr>
            </a:lvl2pPr>
            <a:lvl3pPr algn="l">
              <a:defRPr sz="1275" b="1">
                <a:solidFill>
                  <a:srgbClr val="16324F"/>
                </a:solidFill>
              </a:defRPr>
            </a:lvl3pPr>
            <a:lvl4pPr algn="l">
              <a:defRPr sz="1275" b="1">
                <a:solidFill>
                  <a:srgbClr val="16324F"/>
                </a:solidFill>
              </a:defRPr>
            </a:lvl4pPr>
            <a:lvl5pPr algn="l">
              <a:defRPr sz="1275" b="1">
                <a:solidFill>
                  <a:srgbClr val="16324F"/>
                </a:solidFill>
              </a:defRPr>
            </a:lvl5pPr>
            <a:lvl6pPr algn="l">
              <a:defRPr sz="1275" b="1">
                <a:solidFill>
                  <a:srgbClr val="16324F"/>
                </a:solidFill>
              </a:defRPr>
            </a:lvl6pPr>
            <a:lvl7pPr algn="l">
              <a:defRPr sz="1275" b="1">
                <a:solidFill>
                  <a:srgbClr val="16324F"/>
                </a:solidFill>
              </a:defRPr>
            </a:lvl7pPr>
            <a:lvl8pPr algn="l">
              <a:defRPr sz="1275" b="1">
                <a:solidFill>
                  <a:srgbClr val="16324F"/>
                </a:solidFill>
              </a:defRPr>
            </a:lvl8pPr>
            <a:lvl9pPr algn="l">
              <a:defRPr sz="12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Sustainable communities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54875-13D7-4C58-B5BB-CA3B00DA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11700-5BBE-43DF-B4E9-6D456DCD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291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324F"/>
                </a:solidFill>
              </a:defRPr>
            </a:defPPr>
            <a:lvl1pPr algn="ctr">
              <a:defRPr sz="1050" b="1">
                <a:solidFill>
                  <a:srgbClr val="16324F"/>
                </a:solidFill>
              </a:defRPr>
            </a:lvl1pPr>
            <a:lvl2pPr algn="ctr">
              <a:defRPr sz="1050" b="1">
                <a:solidFill>
                  <a:srgbClr val="16324F"/>
                </a:solidFill>
              </a:defRPr>
            </a:lvl2pPr>
            <a:lvl3pPr algn="ctr">
              <a:defRPr sz="1050" b="1">
                <a:solidFill>
                  <a:srgbClr val="16324F"/>
                </a:solidFill>
              </a:defRPr>
            </a:lvl3pPr>
            <a:lvl4pPr algn="ctr">
              <a:defRPr sz="1050" b="1">
                <a:solidFill>
                  <a:srgbClr val="16324F"/>
                </a:solidFill>
              </a:defRPr>
            </a:lvl4pPr>
            <a:lvl5pPr algn="ctr">
              <a:defRPr sz="1050" b="1">
                <a:solidFill>
                  <a:srgbClr val="16324F"/>
                </a:solidFill>
              </a:defRPr>
            </a:lvl5pPr>
            <a:lvl6pPr algn="ctr">
              <a:defRPr sz="1050" b="1">
                <a:solidFill>
                  <a:srgbClr val="16324F"/>
                </a:solidFill>
              </a:defRPr>
            </a:lvl6pPr>
            <a:lvl7pPr algn="ctr">
              <a:defRPr sz="1050" b="1">
                <a:solidFill>
                  <a:srgbClr val="16324F"/>
                </a:solidFill>
              </a:defRPr>
            </a:lvl7pPr>
            <a:lvl8pPr algn="ctr">
              <a:defRPr sz="1050" b="1">
                <a:solidFill>
                  <a:srgbClr val="16324F"/>
                </a:solidFill>
              </a:defRPr>
            </a:lvl8pPr>
            <a:lvl9pPr algn="ctr">
              <a:defRPr sz="10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324F"/>
                </a:solidFill>
              </a:defRPr>
            </a:pPr>
            <a:r>
              <a:rPr sz="1050" b="1">
                <a:solidFill>
                  <a:srgbClr val="16324F"/>
                </a:solidFill>
              </a:rPr>
              <a:t>SDG 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C89BA0-6C80-40BF-8998-9E2D8E8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196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6324F"/>
                </a:solidFill>
              </a:defRPr>
            </a:defPPr>
            <a:lvl1pPr algn="l">
              <a:defRPr sz="1275" b="1">
                <a:solidFill>
                  <a:srgbClr val="16324F"/>
                </a:solidFill>
              </a:defRPr>
            </a:lvl1pPr>
            <a:lvl2pPr algn="l">
              <a:defRPr sz="1275" b="1">
                <a:solidFill>
                  <a:srgbClr val="16324F"/>
                </a:solidFill>
              </a:defRPr>
            </a:lvl2pPr>
            <a:lvl3pPr algn="l">
              <a:defRPr sz="1275" b="1">
                <a:solidFill>
                  <a:srgbClr val="16324F"/>
                </a:solidFill>
              </a:defRPr>
            </a:lvl3pPr>
            <a:lvl4pPr algn="l">
              <a:defRPr sz="1275" b="1">
                <a:solidFill>
                  <a:srgbClr val="16324F"/>
                </a:solidFill>
              </a:defRPr>
            </a:lvl4pPr>
            <a:lvl5pPr algn="l">
              <a:defRPr sz="1275" b="1">
                <a:solidFill>
                  <a:srgbClr val="16324F"/>
                </a:solidFill>
              </a:defRPr>
            </a:lvl5pPr>
            <a:lvl6pPr algn="l">
              <a:defRPr sz="1275" b="1">
                <a:solidFill>
                  <a:srgbClr val="16324F"/>
                </a:solidFill>
              </a:defRPr>
            </a:lvl6pPr>
            <a:lvl7pPr algn="l">
              <a:defRPr sz="1275" b="1">
                <a:solidFill>
                  <a:srgbClr val="16324F"/>
                </a:solidFill>
              </a:defRPr>
            </a:lvl7pPr>
            <a:lvl8pPr algn="l">
              <a:defRPr sz="1275" b="1">
                <a:solidFill>
                  <a:srgbClr val="16324F"/>
                </a:solidFill>
              </a:defRPr>
            </a:lvl8pPr>
            <a:lvl9pPr algn="l">
              <a:defRPr sz="12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Responsible consumption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1B8D5F-711B-486A-897F-E07EDD3B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8623B-12CB-499D-ABDD-896BBBB5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8157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324F"/>
                </a:solidFill>
              </a:defRPr>
            </a:defPPr>
            <a:lvl1pPr algn="ctr">
              <a:defRPr sz="1050" b="1">
                <a:solidFill>
                  <a:srgbClr val="16324F"/>
                </a:solidFill>
              </a:defRPr>
            </a:lvl1pPr>
            <a:lvl2pPr algn="ctr">
              <a:defRPr sz="1050" b="1">
                <a:solidFill>
                  <a:srgbClr val="16324F"/>
                </a:solidFill>
              </a:defRPr>
            </a:lvl2pPr>
            <a:lvl3pPr algn="ctr">
              <a:defRPr sz="1050" b="1">
                <a:solidFill>
                  <a:srgbClr val="16324F"/>
                </a:solidFill>
              </a:defRPr>
            </a:lvl3pPr>
            <a:lvl4pPr algn="ctr">
              <a:defRPr sz="1050" b="1">
                <a:solidFill>
                  <a:srgbClr val="16324F"/>
                </a:solidFill>
              </a:defRPr>
            </a:lvl4pPr>
            <a:lvl5pPr algn="ctr">
              <a:defRPr sz="1050" b="1">
                <a:solidFill>
                  <a:srgbClr val="16324F"/>
                </a:solidFill>
              </a:defRPr>
            </a:lvl5pPr>
            <a:lvl6pPr algn="ctr">
              <a:defRPr sz="1050" b="1">
                <a:solidFill>
                  <a:srgbClr val="16324F"/>
                </a:solidFill>
              </a:defRPr>
            </a:lvl6pPr>
            <a:lvl7pPr algn="ctr">
              <a:defRPr sz="1050" b="1">
                <a:solidFill>
                  <a:srgbClr val="16324F"/>
                </a:solidFill>
              </a:defRPr>
            </a:lvl7pPr>
            <a:lvl8pPr algn="ctr">
              <a:defRPr sz="1050" b="1">
                <a:solidFill>
                  <a:srgbClr val="16324F"/>
                </a:solidFill>
              </a:defRPr>
            </a:lvl8pPr>
            <a:lvl9pPr algn="ctr">
              <a:defRPr sz="10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324F"/>
                </a:solidFill>
              </a:defRPr>
            </a:pPr>
            <a:r>
              <a:rPr sz="1050" b="1">
                <a:solidFill>
                  <a:srgbClr val="16324F"/>
                </a:solidFill>
              </a:rPr>
              <a:t>SDG 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89CCF0-DC61-4AC4-9534-E2C2BD2D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6324F"/>
                </a:solidFill>
              </a:defRPr>
            </a:defPPr>
            <a:lvl1pPr algn="l">
              <a:defRPr sz="1275" b="1">
                <a:solidFill>
                  <a:srgbClr val="16324F"/>
                </a:solidFill>
              </a:defRPr>
            </a:lvl1pPr>
            <a:lvl2pPr algn="l">
              <a:defRPr sz="1275" b="1">
                <a:solidFill>
                  <a:srgbClr val="16324F"/>
                </a:solidFill>
              </a:defRPr>
            </a:lvl2pPr>
            <a:lvl3pPr algn="l">
              <a:defRPr sz="1275" b="1">
                <a:solidFill>
                  <a:srgbClr val="16324F"/>
                </a:solidFill>
              </a:defRPr>
            </a:lvl3pPr>
            <a:lvl4pPr algn="l">
              <a:defRPr sz="1275" b="1">
                <a:solidFill>
                  <a:srgbClr val="16324F"/>
                </a:solidFill>
              </a:defRPr>
            </a:lvl4pPr>
            <a:lvl5pPr algn="l">
              <a:defRPr sz="1275" b="1">
                <a:solidFill>
                  <a:srgbClr val="16324F"/>
                </a:solidFill>
              </a:defRPr>
            </a:lvl5pPr>
            <a:lvl6pPr algn="l">
              <a:defRPr sz="1275" b="1">
                <a:solidFill>
                  <a:srgbClr val="16324F"/>
                </a:solidFill>
              </a:defRPr>
            </a:lvl6pPr>
            <a:lvl7pPr algn="l">
              <a:defRPr sz="1275" b="1">
                <a:solidFill>
                  <a:srgbClr val="16324F"/>
                </a:solidFill>
              </a:defRPr>
            </a:lvl7pPr>
            <a:lvl8pPr algn="l">
              <a:defRPr sz="1275" b="1">
                <a:solidFill>
                  <a:srgbClr val="16324F"/>
                </a:solidFill>
              </a:defRPr>
            </a:lvl8pPr>
            <a:lvl9pPr algn="l">
              <a:defRPr sz="12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Climate 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6880C-2546-48A3-89B0-06D291AC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9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66C5C"/>
                </a:solidFill>
              </a:defRPr>
            </a:defPPr>
            <a:lvl1pPr algn="l">
              <a:defRPr sz="1125" b="1">
                <a:solidFill>
                  <a:srgbClr val="E66C5C"/>
                </a:solidFill>
              </a:defRPr>
            </a:lvl1pPr>
            <a:lvl2pPr algn="l">
              <a:defRPr sz="1125" b="1">
                <a:solidFill>
                  <a:srgbClr val="E66C5C"/>
                </a:solidFill>
              </a:defRPr>
            </a:lvl2pPr>
            <a:lvl3pPr algn="l">
              <a:defRPr sz="1125" b="1">
                <a:solidFill>
                  <a:srgbClr val="E66C5C"/>
                </a:solidFill>
              </a:defRPr>
            </a:lvl3pPr>
            <a:lvl4pPr algn="l">
              <a:defRPr sz="1125" b="1">
                <a:solidFill>
                  <a:srgbClr val="E66C5C"/>
                </a:solidFill>
              </a:defRPr>
            </a:lvl4pPr>
            <a:lvl5pPr algn="l">
              <a:defRPr sz="1125" b="1">
                <a:solidFill>
                  <a:srgbClr val="E66C5C"/>
                </a:solidFill>
              </a:defRPr>
            </a:lvl5pPr>
            <a:lvl6pPr algn="l">
              <a:defRPr sz="1125" b="1">
                <a:solidFill>
                  <a:srgbClr val="E66C5C"/>
                </a:solidFill>
              </a:defRPr>
            </a:lvl6pPr>
            <a:lvl7pPr algn="l">
              <a:defRPr sz="1125" b="1">
                <a:solidFill>
                  <a:srgbClr val="E66C5C"/>
                </a:solidFill>
              </a:defRPr>
            </a:lvl7pPr>
            <a:lvl8pPr algn="l">
              <a:defRPr sz="1125" b="1">
                <a:solidFill>
                  <a:srgbClr val="E66C5C"/>
                </a:solidFill>
              </a:defRPr>
            </a:lvl8pPr>
            <a:lvl9pPr algn="l">
              <a:defRPr sz="1125" b="1">
                <a:solidFill>
                  <a:srgbClr val="E66C5C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66C5C"/>
                </a:solidFill>
              </a:defRPr>
            </a:pPr>
            <a:r>
              <a:rPr sz="1125" b="1">
                <a:solidFill>
                  <a:srgbClr val="E66C5C"/>
                </a:solidFill>
              </a:rPr>
              <a:t>No measured carbon reduction is claimed.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BDF084-435E-48AC-BA19-6AD08E35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</a:defRPr>
            </a:defPPr>
            <a:lvl1pPr algn="l">
              <a:defRPr sz="825" b="0">
                <a:solidFill>
                  <a:srgbClr val="52616B"/>
                </a:solidFill>
              </a:defRPr>
            </a:lvl1pPr>
            <a:lvl2pPr algn="l">
              <a:defRPr sz="825" b="0">
                <a:solidFill>
                  <a:srgbClr val="52616B"/>
                </a:solidFill>
              </a:defRPr>
            </a:lvl2pPr>
            <a:lvl3pPr algn="l">
              <a:defRPr sz="825" b="0">
                <a:solidFill>
                  <a:srgbClr val="52616B"/>
                </a:solidFill>
              </a:defRPr>
            </a:lvl3pPr>
            <a:lvl4pPr algn="l">
              <a:defRPr sz="825" b="0">
                <a:solidFill>
                  <a:srgbClr val="52616B"/>
                </a:solidFill>
              </a:defRPr>
            </a:lvl4pPr>
            <a:lvl5pPr algn="l">
              <a:defRPr sz="825" b="0">
                <a:solidFill>
                  <a:srgbClr val="52616B"/>
                </a:solidFill>
              </a:defRPr>
            </a:lvl5pPr>
            <a:lvl6pPr algn="l">
              <a:defRPr sz="825" b="0">
                <a:solidFill>
                  <a:srgbClr val="52616B"/>
                </a:solidFill>
              </a:defRPr>
            </a:lvl6pPr>
            <a:lvl7pPr algn="l">
              <a:defRPr sz="825" b="0">
                <a:solidFill>
                  <a:srgbClr val="52616B"/>
                </a:solidFill>
              </a:defRPr>
            </a:lvl7pPr>
            <a:lvl8pPr algn="l">
              <a:defRPr sz="825" b="0">
                <a:solidFill>
                  <a:srgbClr val="52616B"/>
                </a:solidFill>
              </a:defRPr>
            </a:lvl8pPr>
            <a:lvl9pPr algn="l">
              <a:defRPr sz="8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/ simulated prototype data · Decision support only</a:t>
            </a:r>
          </a:p>
        </p:txBody>
      </p:sp>
    </p:spTree>
    <p:extLst>
      <p:ext uri="{BB962C8B-B14F-4D97-AF65-F5344CB8AC3E}">
        <p14:creationId xmlns:p14="http://schemas.microsoft.com/office/powerpoint/2010/main" val="9387856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59D2C6-8CAD-468A-BB1B-C692B781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59D9A"/>
                </a:solidFill>
              </a:defRPr>
            </a:defPPr>
            <a:lvl1pPr algn="l">
              <a:defRPr sz="900" b="1">
                <a:solidFill>
                  <a:srgbClr val="159D9A"/>
                </a:solidFill>
              </a:defRPr>
            </a:lvl1pPr>
            <a:lvl2pPr algn="l">
              <a:defRPr sz="900" b="1">
                <a:solidFill>
                  <a:srgbClr val="159D9A"/>
                </a:solidFill>
              </a:defRPr>
            </a:lvl2pPr>
            <a:lvl3pPr algn="l">
              <a:defRPr sz="900" b="1">
                <a:solidFill>
                  <a:srgbClr val="159D9A"/>
                </a:solidFill>
              </a:defRPr>
            </a:lvl3pPr>
            <a:lvl4pPr algn="l">
              <a:defRPr sz="900" b="1">
                <a:solidFill>
                  <a:srgbClr val="159D9A"/>
                </a:solidFill>
              </a:defRPr>
            </a:lvl4pPr>
            <a:lvl5pPr algn="l">
              <a:defRPr sz="900" b="1">
                <a:solidFill>
                  <a:srgbClr val="159D9A"/>
                </a:solidFill>
              </a:defRPr>
            </a:lvl5pPr>
            <a:lvl6pPr algn="l">
              <a:defRPr sz="900" b="1">
                <a:solidFill>
                  <a:srgbClr val="159D9A"/>
                </a:solidFill>
              </a:defRPr>
            </a:lvl6pPr>
            <a:lvl7pPr algn="l">
              <a:defRPr sz="900" b="1">
                <a:solidFill>
                  <a:srgbClr val="159D9A"/>
                </a:solidFill>
              </a:defRPr>
            </a:lvl7pPr>
            <a:lvl8pPr algn="l">
              <a:defRPr sz="900" b="1">
                <a:solidFill>
                  <a:srgbClr val="159D9A"/>
                </a:solidFill>
              </a:defRPr>
            </a:lvl8pPr>
            <a:lvl9pPr algn="l">
              <a:defRPr sz="9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9A"/>
                </a:solidFill>
              </a:defRPr>
            </a:pPr>
            <a:r>
              <a:rPr sz="900" b="1">
                <a:solidFill>
                  <a:srgbClr val="159D9A"/>
                </a:solidFill>
              </a:rPr>
              <a:t>IMPLEMENTED · FUTURE ·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0C636-72B4-411D-B0D6-5B65F362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  <a:lvl1pPr algn="l">
              <a:defRPr sz="2550" b="1">
                <a:solidFill>
                  <a:srgbClr val="16324F"/>
                </a:solidFill>
              </a:defRPr>
            </a:lvl1pPr>
            <a:lvl2pPr algn="l">
              <a:defRPr sz="2550" b="1">
                <a:solidFill>
                  <a:srgbClr val="16324F"/>
                </a:solidFill>
              </a:defRPr>
            </a:lvl2pPr>
            <a:lvl3pPr algn="l">
              <a:defRPr sz="2550" b="1">
                <a:solidFill>
                  <a:srgbClr val="16324F"/>
                </a:solidFill>
              </a:defRPr>
            </a:lvl3pPr>
            <a:lvl4pPr algn="l">
              <a:defRPr sz="2550" b="1">
                <a:solidFill>
                  <a:srgbClr val="16324F"/>
                </a:solidFill>
              </a:defRPr>
            </a:lvl4pPr>
            <a:lvl5pPr algn="l">
              <a:defRPr sz="2550" b="1">
                <a:solidFill>
                  <a:srgbClr val="16324F"/>
                </a:solidFill>
              </a:defRPr>
            </a:lvl5pPr>
            <a:lvl6pPr algn="l">
              <a:defRPr sz="2550" b="1">
                <a:solidFill>
                  <a:srgbClr val="16324F"/>
                </a:solidFill>
              </a:defRPr>
            </a:lvl6pPr>
            <a:lvl7pPr algn="l">
              <a:defRPr sz="2550" b="1">
                <a:solidFill>
                  <a:srgbClr val="16324F"/>
                </a:solidFill>
              </a:defRPr>
            </a:lvl7pPr>
            <a:lvl8pPr algn="l">
              <a:defRPr sz="2550" b="1">
                <a:solidFill>
                  <a:srgbClr val="16324F"/>
                </a:solidFill>
              </a:defRPr>
            </a:lvl8pPr>
            <a:lvl9pPr algn="l"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A verified prototype with a clear production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64189-11B6-4C3C-A7D8-863281A5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2616B"/>
                </a:solidFill>
              </a:defRPr>
            </a:defPPr>
            <a:lvl1pPr algn="r">
              <a:defRPr sz="975" b="1">
                <a:solidFill>
                  <a:srgbClr val="52616B"/>
                </a:solidFill>
              </a:defRPr>
            </a:lvl1pPr>
            <a:lvl2pPr algn="r">
              <a:defRPr sz="975" b="1">
                <a:solidFill>
                  <a:srgbClr val="52616B"/>
                </a:solidFill>
              </a:defRPr>
            </a:lvl2pPr>
            <a:lvl3pPr algn="r">
              <a:defRPr sz="975" b="1">
                <a:solidFill>
                  <a:srgbClr val="52616B"/>
                </a:solidFill>
              </a:defRPr>
            </a:lvl3pPr>
            <a:lvl4pPr algn="r">
              <a:defRPr sz="975" b="1">
                <a:solidFill>
                  <a:srgbClr val="52616B"/>
                </a:solidFill>
              </a:defRPr>
            </a:lvl4pPr>
            <a:lvl5pPr algn="r">
              <a:defRPr sz="975" b="1">
                <a:solidFill>
                  <a:srgbClr val="52616B"/>
                </a:solidFill>
              </a:defRPr>
            </a:lvl5pPr>
            <a:lvl6pPr algn="r">
              <a:defRPr sz="975" b="1">
                <a:solidFill>
                  <a:srgbClr val="52616B"/>
                </a:solidFill>
              </a:defRPr>
            </a:lvl6pPr>
            <a:lvl7pPr algn="r">
              <a:defRPr sz="975" b="1">
                <a:solidFill>
                  <a:srgbClr val="52616B"/>
                </a:solidFill>
              </a:defRPr>
            </a:lvl7pPr>
            <a:lvl8pPr algn="r">
              <a:defRPr sz="975" b="1">
                <a:solidFill>
                  <a:srgbClr val="52616B"/>
                </a:solidFill>
              </a:defRPr>
            </a:lvl8pPr>
            <a:lvl9pPr algn="r">
              <a:defRPr sz="97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46DD5-A96B-4D84-8F8B-FDFF3E03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9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D5F56-B66F-4704-BFA9-1A4FF8E0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A90FE-E741-4856-A5EE-7EE7CBBB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59D9A"/>
                </a:solidFill>
              </a:defRPr>
            </a:defPPr>
            <a:lvl1pPr algn="l">
              <a:defRPr sz="1200" b="1">
                <a:solidFill>
                  <a:srgbClr val="159D9A"/>
                </a:solidFill>
              </a:defRPr>
            </a:lvl1pPr>
            <a:lvl2pPr algn="l">
              <a:defRPr sz="1200" b="1">
                <a:solidFill>
                  <a:srgbClr val="159D9A"/>
                </a:solidFill>
              </a:defRPr>
            </a:lvl2pPr>
            <a:lvl3pPr algn="l">
              <a:defRPr sz="1200" b="1">
                <a:solidFill>
                  <a:srgbClr val="159D9A"/>
                </a:solidFill>
              </a:defRPr>
            </a:lvl3pPr>
            <a:lvl4pPr algn="l">
              <a:defRPr sz="1200" b="1">
                <a:solidFill>
                  <a:srgbClr val="159D9A"/>
                </a:solidFill>
              </a:defRPr>
            </a:lvl4pPr>
            <a:lvl5pPr algn="l">
              <a:defRPr sz="1200" b="1">
                <a:solidFill>
                  <a:srgbClr val="159D9A"/>
                </a:solidFill>
              </a:defRPr>
            </a:lvl5pPr>
            <a:lvl6pPr algn="l">
              <a:defRPr sz="1200" b="1">
                <a:solidFill>
                  <a:srgbClr val="159D9A"/>
                </a:solidFill>
              </a:defRPr>
            </a:lvl6pPr>
            <a:lvl7pPr algn="l">
              <a:defRPr sz="1200" b="1">
                <a:solidFill>
                  <a:srgbClr val="159D9A"/>
                </a:solidFill>
              </a:defRPr>
            </a:lvl7pPr>
            <a:lvl8pPr algn="l">
              <a:defRPr sz="1200" b="1">
                <a:solidFill>
                  <a:srgbClr val="159D9A"/>
                </a:solidFill>
              </a:defRPr>
            </a:lvl8pPr>
            <a:lvl9pPr algn="l">
              <a:defRPr sz="12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9D9A"/>
                </a:solidFill>
              </a:defRPr>
            </a:pPr>
            <a:r>
              <a:rPr sz="1200" b="1">
                <a:solidFill>
                  <a:srgbClr val="159D9A"/>
                </a:solidFill>
              </a:rPr>
              <a:t>IMPLEMENTED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0F468-02F4-4ABD-A90A-631B0E8D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E8B74"/>
                </a:solidFill>
              </a:defRPr>
            </a:defPPr>
            <a:lvl1pPr algn="l">
              <a:defRPr sz="1350" b="1">
                <a:solidFill>
                  <a:srgbClr val="2E8B74"/>
                </a:solidFill>
              </a:defRPr>
            </a:lvl1pPr>
            <a:lvl2pPr algn="l">
              <a:defRPr sz="1350" b="1">
                <a:solidFill>
                  <a:srgbClr val="2E8B74"/>
                </a:solidFill>
              </a:defRPr>
            </a:lvl2pPr>
            <a:lvl3pPr algn="l">
              <a:defRPr sz="1350" b="1">
                <a:solidFill>
                  <a:srgbClr val="2E8B74"/>
                </a:solidFill>
              </a:defRPr>
            </a:lvl3pPr>
            <a:lvl4pPr algn="l">
              <a:defRPr sz="1350" b="1">
                <a:solidFill>
                  <a:srgbClr val="2E8B74"/>
                </a:solidFill>
              </a:defRPr>
            </a:lvl4pPr>
            <a:lvl5pPr algn="l">
              <a:defRPr sz="1350" b="1">
                <a:solidFill>
                  <a:srgbClr val="2E8B74"/>
                </a:solidFill>
              </a:defRPr>
            </a:lvl5pPr>
            <a:lvl6pPr algn="l">
              <a:defRPr sz="1350" b="1">
                <a:solidFill>
                  <a:srgbClr val="2E8B74"/>
                </a:solidFill>
              </a:defRPr>
            </a:lvl6pPr>
            <a:lvl7pPr algn="l">
              <a:defRPr sz="1350" b="1">
                <a:solidFill>
                  <a:srgbClr val="2E8B74"/>
                </a:solidFill>
              </a:defRPr>
            </a:lvl7pPr>
            <a:lvl8pPr algn="l">
              <a:defRPr sz="1350" b="1">
                <a:solidFill>
                  <a:srgbClr val="2E8B74"/>
                </a:solidFill>
              </a:defRPr>
            </a:lvl8pPr>
            <a:lvl9pPr algn="l">
              <a:defRPr sz="13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E8B74"/>
                </a:solidFill>
              </a:defRPr>
            </a:pPr>
            <a:r>
              <a:rPr sz="1350" b="1">
                <a:solidFill>
                  <a:srgbClr val="2E8B74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8E235-0F2D-4EEB-B102-AEB498F9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050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  <a:lvl1pPr algn="l">
              <a:defRPr sz="1350" b="1">
                <a:solidFill>
                  <a:srgbClr val="16324F"/>
                </a:solidFill>
              </a:defRPr>
            </a:lvl1pPr>
            <a:lvl2pPr algn="l">
              <a:defRPr sz="1350" b="1">
                <a:solidFill>
                  <a:srgbClr val="16324F"/>
                </a:solidFill>
              </a:defRPr>
            </a:lvl2pPr>
            <a:lvl3pPr algn="l">
              <a:defRPr sz="1350" b="1">
                <a:solidFill>
                  <a:srgbClr val="16324F"/>
                </a:solidFill>
              </a:defRPr>
            </a:lvl3pPr>
            <a:lvl4pPr algn="l">
              <a:defRPr sz="1350" b="1">
                <a:solidFill>
                  <a:srgbClr val="16324F"/>
                </a:solidFill>
              </a:defRPr>
            </a:lvl4pPr>
            <a:lvl5pPr algn="l">
              <a:defRPr sz="1350" b="1">
                <a:solidFill>
                  <a:srgbClr val="16324F"/>
                </a:solidFill>
              </a:defRPr>
            </a:lvl5pPr>
            <a:lvl6pPr algn="l">
              <a:defRPr sz="1350" b="1">
                <a:solidFill>
                  <a:srgbClr val="16324F"/>
                </a:solidFill>
              </a:defRPr>
            </a:lvl6pPr>
            <a:lvl7pPr algn="l">
              <a:defRPr sz="1350" b="1">
                <a:solidFill>
                  <a:srgbClr val="16324F"/>
                </a:solidFill>
              </a:defRPr>
            </a:lvl7pPr>
            <a:lvl8pPr algn="l">
              <a:defRPr sz="1350" b="1">
                <a:solidFill>
                  <a:srgbClr val="16324F"/>
                </a:solidFill>
              </a:defRPr>
            </a:lvl8pPr>
            <a:lvl9pPr algn="l">
              <a:defRPr sz="13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Leakage-safe chronological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934A3-AAF7-49C2-B44A-D8A3ABDC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E8B74"/>
                </a:solidFill>
              </a:defRPr>
            </a:defPPr>
            <a:lvl1pPr algn="l">
              <a:defRPr sz="1350" b="1">
                <a:solidFill>
                  <a:srgbClr val="2E8B74"/>
                </a:solidFill>
              </a:defRPr>
            </a:lvl1pPr>
            <a:lvl2pPr algn="l">
              <a:defRPr sz="1350" b="1">
                <a:solidFill>
                  <a:srgbClr val="2E8B74"/>
                </a:solidFill>
              </a:defRPr>
            </a:lvl2pPr>
            <a:lvl3pPr algn="l">
              <a:defRPr sz="1350" b="1">
                <a:solidFill>
                  <a:srgbClr val="2E8B74"/>
                </a:solidFill>
              </a:defRPr>
            </a:lvl3pPr>
            <a:lvl4pPr algn="l">
              <a:defRPr sz="1350" b="1">
                <a:solidFill>
                  <a:srgbClr val="2E8B74"/>
                </a:solidFill>
              </a:defRPr>
            </a:lvl4pPr>
            <a:lvl5pPr algn="l">
              <a:defRPr sz="1350" b="1">
                <a:solidFill>
                  <a:srgbClr val="2E8B74"/>
                </a:solidFill>
              </a:defRPr>
            </a:lvl5pPr>
            <a:lvl6pPr algn="l">
              <a:defRPr sz="1350" b="1">
                <a:solidFill>
                  <a:srgbClr val="2E8B74"/>
                </a:solidFill>
              </a:defRPr>
            </a:lvl6pPr>
            <a:lvl7pPr algn="l">
              <a:defRPr sz="1350" b="1">
                <a:solidFill>
                  <a:srgbClr val="2E8B74"/>
                </a:solidFill>
              </a:defRPr>
            </a:lvl7pPr>
            <a:lvl8pPr algn="l">
              <a:defRPr sz="1350" b="1">
                <a:solidFill>
                  <a:srgbClr val="2E8B74"/>
                </a:solidFill>
              </a:defRPr>
            </a:lvl8pPr>
            <a:lvl9pPr algn="l">
              <a:defRPr sz="13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E8B74"/>
                </a:solidFill>
              </a:defRPr>
            </a:pPr>
            <a:r>
              <a:rPr sz="1350" b="1">
                <a:solidFill>
                  <a:srgbClr val="2E8B74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F4F0A-5AB8-4D78-B390-652A5B01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6324F"/>
                </a:solidFill>
              </a:defRPr>
            </a:defPPr>
            <a:lvl1pPr algn="l">
              <a:defRPr sz="1350" b="0">
                <a:solidFill>
                  <a:srgbClr val="16324F"/>
                </a:solidFill>
              </a:defRPr>
            </a:lvl1pPr>
            <a:lvl2pPr algn="l">
              <a:defRPr sz="1350" b="0">
                <a:solidFill>
                  <a:srgbClr val="16324F"/>
                </a:solidFill>
              </a:defRPr>
            </a:lvl2pPr>
            <a:lvl3pPr algn="l">
              <a:defRPr sz="1350" b="0">
                <a:solidFill>
                  <a:srgbClr val="16324F"/>
                </a:solidFill>
              </a:defRPr>
            </a:lvl3pPr>
            <a:lvl4pPr algn="l">
              <a:defRPr sz="1350" b="0">
                <a:solidFill>
                  <a:srgbClr val="16324F"/>
                </a:solidFill>
              </a:defRPr>
            </a:lvl4pPr>
            <a:lvl5pPr algn="l">
              <a:defRPr sz="1350" b="0">
                <a:solidFill>
                  <a:srgbClr val="16324F"/>
                </a:solidFill>
              </a:defRPr>
            </a:lvl5pPr>
            <a:lvl6pPr algn="l">
              <a:defRPr sz="1350" b="0">
                <a:solidFill>
                  <a:srgbClr val="16324F"/>
                </a:solidFill>
              </a:defRPr>
            </a:lvl6pPr>
            <a:lvl7pPr algn="l">
              <a:defRPr sz="1350" b="0">
                <a:solidFill>
                  <a:srgbClr val="16324F"/>
                </a:solidFill>
              </a:defRPr>
            </a:lvl7pPr>
            <a:lvl8pPr algn="l">
              <a:defRPr sz="1350" b="0">
                <a:solidFill>
                  <a:srgbClr val="16324F"/>
                </a:solidFill>
              </a:defRPr>
            </a:lvl8pPr>
            <a:lvl9pPr algn="l">
              <a:defRPr sz="1350" b="0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Baseline and two ML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AF341-E1A6-4C75-899D-94E1B9D6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E8B74"/>
                </a:solidFill>
              </a:defRPr>
            </a:defPPr>
            <a:lvl1pPr algn="l">
              <a:defRPr sz="1350" b="1">
                <a:solidFill>
                  <a:srgbClr val="2E8B74"/>
                </a:solidFill>
              </a:defRPr>
            </a:lvl1pPr>
            <a:lvl2pPr algn="l">
              <a:defRPr sz="1350" b="1">
                <a:solidFill>
                  <a:srgbClr val="2E8B74"/>
                </a:solidFill>
              </a:defRPr>
            </a:lvl2pPr>
            <a:lvl3pPr algn="l">
              <a:defRPr sz="1350" b="1">
                <a:solidFill>
                  <a:srgbClr val="2E8B74"/>
                </a:solidFill>
              </a:defRPr>
            </a:lvl3pPr>
            <a:lvl4pPr algn="l">
              <a:defRPr sz="1350" b="1">
                <a:solidFill>
                  <a:srgbClr val="2E8B74"/>
                </a:solidFill>
              </a:defRPr>
            </a:lvl4pPr>
            <a:lvl5pPr algn="l">
              <a:defRPr sz="1350" b="1">
                <a:solidFill>
                  <a:srgbClr val="2E8B74"/>
                </a:solidFill>
              </a:defRPr>
            </a:lvl5pPr>
            <a:lvl6pPr algn="l">
              <a:defRPr sz="1350" b="1">
                <a:solidFill>
                  <a:srgbClr val="2E8B74"/>
                </a:solidFill>
              </a:defRPr>
            </a:lvl6pPr>
            <a:lvl7pPr algn="l">
              <a:defRPr sz="1350" b="1">
                <a:solidFill>
                  <a:srgbClr val="2E8B74"/>
                </a:solidFill>
              </a:defRPr>
            </a:lvl7pPr>
            <a:lvl8pPr algn="l">
              <a:defRPr sz="1350" b="1">
                <a:solidFill>
                  <a:srgbClr val="2E8B74"/>
                </a:solidFill>
              </a:defRPr>
            </a:lvl8pPr>
            <a:lvl9pPr algn="l">
              <a:defRPr sz="13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E8B74"/>
                </a:solidFill>
              </a:defRPr>
            </a:pPr>
            <a:r>
              <a:rPr sz="1350" b="1">
                <a:solidFill>
                  <a:srgbClr val="2E8B74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65578-52B7-4BB3-B164-F25CC598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6324F"/>
                </a:solidFill>
              </a:defRPr>
            </a:defPPr>
            <a:lvl1pPr algn="l">
              <a:defRPr sz="1350" b="0">
                <a:solidFill>
                  <a:srgbClr val="16324F"/>
                </a:solidFill>
              </a:defRPr>
            </a:lvl1pPr>
            <a:lvl2pPr algn="l">
              <a:defRPr sz="1350" b="0">
                <a:solidFill>
                  <a:srgbClr val="16324F"/>
                </a:solidFill>
              </a:defRPr>
            </a:lvl2pPr>
            <a:lvl3pPr algn="l">
              <a:defRPr sz="1350" b="0">
                <a:solidFill>
                  <a:srgbClr val="16324F"/>
                </a:solidFill>
              </a:defRPr>
            </a:lvl3pPr>
            <a:lvl4pPr algn="l">
              <a:defRPr sz="1350" b="0">
                <a:solidFill>
                  <a:srgbClr val="16324F"/>
                </a:solidFill>
              </a:defRPr>
            </a:lvl4pPr>
            <a:lvl5pPr algn="l">
              <a:defRPr sz="1350" b="0">
                <a:solidFill>
                  <a:srgbClr val="16324F"/>
                </a:solidFill>
              </a:defRPr>
            </a:lvl5pPr>
            <a:lvl6pPr algn="l">
              <a:defRPr sz="1350" b="0">
                <a:solidFill>
                  <a:srgbClr val="16324F"/>
                </a:solidFill>
              </a:defRPr>
            </a:lvl6pPr>
            <a:lvl7pPr algn="l">
              <a:defRPr sz="1350" b="0">
                <a:solidFill>
                  <a:srgbClr val="16324F"/>
                </a:solidFill>
              </a:defRPr>
            </a:lvl7pPr>
            <a:lvl8pPr algn="l">
              <a:defRPr sz="1350" b="0">
                <a:solidFill>
                  <a:srgbClr val="16324F"/>
                </a:solidFill>
              </a:defRPr>
            </a:lvl8pPr>
            <a:lvl9pPr algn="l">
              <a:defRPr sz="1350" b="0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24-hour forecast with peak flags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2A5DD-A426-4CC3-A1A1-636E4BA9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E8B74"/>
                </a:solidFill>
              </a:defRPr>
            </a:defPPr>
            <a:lvl1pPr algn="l">
              <a:defRPr sz="1350" b="1">
                <a:solidFill>
                  <a:srgbClr val="2E8B74"/>
                </a:solidFill>
              </a:defRPr>
            </a:lvl1pPr>
            <a:lvl2pPr algn="l">
              <a:defRPr sz="1350" b="1">
                <a:solidFill>
                  <a:srgbClr val="2E8B74"/>
                </a:solidFill>
              </a:defRPr>
            </a:lvl2pPr>
            <a:lvl3pPr algn="l">
              <a:defRPr sz="1350" b="1">
                <a:solidFill>
                  <a:srgbClr val="2E8B74"/>
                </a:solidFill>
              </a:defRPr>
            </a:lvl3pPr>
            <a:lvl4pPr algn="l">
              <a:defRPr sz="1350" b="1">
                <a:solidFill>
                  <a:srgbClr val="2E8B74"/>
                </a:solidFill>
              </a:defRPr>
            </a:lvl4pPr>
            <a:lvl5pPr algn="l">
              <a:defRPr sz="1350" b="1">
                <a:solidFill>
                  <a:srgbClr val="2E8B74"/>
                </a:solidFill>
              </a:defRPr>
            </a:lvl5pPr>
            <a:lvl6pPr algn="l">
              <a:defRPr sz="1350" b="1">
                <a:solidFill>
                  <a:srgbClr val="2E8B74"/>
                </a:solidFill>
              </a:defRPr>
            </a:lvl6pPr>
            <a:lvl7pPr algn="l">
              <a:defRPr sz="1350" b="1">
                <a:solidFill>
                  <a:srgbClr val="2E8B74"/>
                </a:solidFill>
              </a:defRPr>
            </a:lvl7pPr>
            <a:lvl8pPr algn="l">
              <a:defRPr sz="1350" b="1">
                <a:solidFill>
                  <a:srgbClr val="2E8B74"/>
                </a:solidFill>
              </a:defRPr>
            </a:lvl8pPr>
            <a:lvl9pPr algn="l">
              <a:defRPr sz="13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E8B74"/>
                </a:solidFill>
              </a:defRPr>
            </a:pPr>
            <a:r>
              <a:rPr sz="1350" b="1">
                <a:solidFill>
                  <a:srgbClr val="2E8B74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4BAED-9510-4A5A-B1CA-5CD76203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6324F"/>
                </a:solidFill>
              </a:defRPr>
            </a:defPPr>
            <a:lvl1pPr algn="l">
              <a:defRPr sz="1350" b="0">
                <a:solidFill>
                  <a:srgbClr val="16324F"/>
                </a:solidFill>
              </a:defRPr>
            </a:lvl1pPr>
            <a:lvl2pPr algn="l">
              <a:defRPr sz="1350" b="0">
                <a:solidFill>
                  <a:srgbClr val="16324F"/>
                </a:solidFill>
              </a:defRPr>
            </a:lvl2pPr>
            <a:lvl3pPr algn="l">
              <a:defRPr sz="1350" b="0">
                <a:solidFill>
                  <a:srgbClr val="16324F"/>
                </a:solidFill>
              </a:defRPr>
            </a:lvl3pPr>
            <a:lvl4pPr algn="l">
              <a:defRPr sz="1350" b="0">
                <a:solidFill>
                  <a:srgbClr val="16324F"/>
                </a:solidFill>
              </a:defRPr>
            </a:lvl4pPr>
            <a:lvl5pPr algn="l">
              <a:defRPr sz="1350" b="0">
                <a:solidFill>
                  <a:srgbClr val="16324F"/>
                </a:solidFill>
              </a:defRPr>
            </a:lvl5pPr>
            <a:lvl6pPr algn="l">
              <a:defRPr sz="1350" b="0">
                <a:solidFill>
                  <a:srgbClr val="16324F"/>
                </a:solidFill>
              </a:defRPr>
            </a:lvl6pPr>
            <a:lvl7pPr algn="l">
              <a:defRPr sz="1350" b="0">
                <a:solidFill>
                  <a:srgbClr val="16324F"/>
                </a:solidFill>
              </a:defRPr>
            </a:lvl7pPr>
            <a:lvl8pPr algn="l">
              <a:defRPr sz="1350" b="0">
                <a:solidFill>
                  <a:srgbClr val="16324F"/>
                </a:solidFill>
              </a:defRPr>
            </a:lvl8pPr>
            <a:lvl9pPr algn="l">
              <a:defRPr sz="1350" b="0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Explainability, scenarios, 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D4826-C505-46C0-A204-E8822B5D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E8B74"/>
                </a:solidFill>
              </a:defRPr>
            </a:defPPr>
            <a:lvl1pPr algn="l">
              <a:defRPr sz="1350" b="1">
                <a:solidFill>
                  <a:srgbClr val="2E8B74"/>
                </a:solidFill>
              </a:defRPr>
            </a:lvl1pPr>
            <a:lvl2pPr algn="l">
              <a:defRPr sz="1350" b="1">
                <a:solidFill>
                  <a:srgbClr val="2E8B74"/>
                </a:solidFill>
              </a:defRPr>
            </a:lvl2pPr>
            <a:lvl3pPr algn="l">
              <a:defRPr sz="1350" b="1">
                <a:solidFill>
                  <a:srgbClr val="2E8B74"/>
                </a:solidFill>
              </a:defRPr>
            </a:lvl3pPr>
            <a:lvl4pPr algn="l">
              <a:defRPr sz="1350" b="1">
                <a:solidFill>
                  <a:srgbClr val="2E8B74"/>
                </a:solidFill>
              </a:defRPr>
            </a:lvl4pPr>
            <a:lvl5pPr algn="l">
              <a:defRPr sz="1350" b="1">
                <a:solidFill>
                  <a:srgbClr val="2E8B74"/>
                </a:solidFill>
              </a:defRPr>
            </a:lvl5pPr>
            <a:lvl6pPr algn="l">
              <a:defRPr sz="1350" b="1">
                <a:solidFill>
                  <a:srgbClr val="2E8B74"/>
                </a:solidFill>
              </a:defRPr>
            </a:lvl6pPr>
            <a:lvl7pPr algn="l">
              <a:defRPr sz="1350" b="1">
                <a:solidFill>
                  <a:srgbClr val="2E8B74"/>
                </a:solidFill>
              </a:defRPr>
            </a:lvl7pPr>
            <a:lvl8pPr algn="l">
              <a:defRPr sz="1350" b="1">
                <a:solidFill>
                  <a:srgbClr val="2E8B74"/>
                </a:solidFill>
              </a:defRPr>
            </a:lvl8pPr>
            <a:lvl9pPr algn="l">
              <a:defRPr sz="1350" b="1">
                <a:solidFill>
                  <a:srgbClr val="2E8B7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E8B74"/>
                </a:solidFill>
              </a:defRPr>
            </a:pPr>
            <a:r>
              <a:rPr sz="1350" b="1">
                <a:solidFill>
                  <a:srgbClr val="2E8B74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4B91D-2F26-4D6F-9259-6CDE5369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6324F"/>
                </a:solidFill>
              </a:defRPr>
            </a:defPPr>
            <a:lvl1pPr algn="l">
              <a:defRPr sz="1350" b="0">
                <a:solidFill>
                  <a:srgbClr val="16324F"/>
                </a:solidFill>
              </a:defRPr>
            </a:lvl1pPr>
            <a:lvl2pPr algn="l">
              <a:defRPr sz="1350" b="0">
                <a:solidFill>
                  <a:srgbClr val="16324F"/>
                </a:solidFill>
              </a:defRPr>
            </a:lvl2pPr>
            <a:lvl3pPr algn="l">
              <a:defRPr sz="1350" b="0">
                <a:solidFill>
                  <a:srgbClr val="16324F"/>
                </a:solidFill>
              </a:defRPr>
            </a:lvl3pPr>
            <a:lvl4pPr algn="l">
              <a:defRPr sz="1350" b="0">
                <a:solidFill>
                  <a:srgbClr val="16324F"/>
                </a:solidFill>
              </a:defRPr>
            </a:lvl4pPr>
            <a:lvl5pPr algn="l">
              <a:defRPr sz="1350" b="0">
                <a:solidFill>
                  <a:srgbClr val="16324F"/>
                </a:solidFill>
              </a:defRPr>
            </a:lvl5pPr>
            <a:lvl6pPr algn="l">
              <a:defRPr sz="1350" b="0">
                <a:solidFill>
                  <a:srgbClr val="16324F"/>
                </a:solidFill>
              </a:defRPr>
            </a:lvl6pPr>
            <a:lvl7pPr algn="l">
              <a:defRPr sz="1350" b="0">
                <a:solidFill>
                  <a:srgbClr val="16324F"/>
                </a:solidFill>
              </a:defRPr>
            </a:lvl7pPr>
            <a:lvl8pPr algn="l">
              <a:defRPr sz="1350" b="0">
                <a:solidFill>
                  <a:srgbClr val="16324F"/>
                </a:solidFill>
              </a:defRPr>
            </a:lvl8pPr>
            <a:lvl9pPr algn="l">
              <a:defRPr sz="1350" b="0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Six-page human-reviewed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13B37-FA20-4C3B-AFA7-DB26B4FE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55626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34B6B-8490-497F-AEE2-5E87C8E7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59D9A"/>
                </a:solidFill>
              </a:defRPr>
            </a:defPPr>
            <a:lvl1pPr algn="l">
              <a:defRPr sz="1200" b="1">
                <a:solidFill>
                  <a:srgbClr val="159D9A"/>
                </a:solidFill>
              </a:defRPr>
            </a:lvl1pPr>
            <a:lvl2pPr algn="l">
              <a:defRPr sz="1200" b="1">
                <a:solidFill>
                  <a:srgbClr val="159D9A"/>
                </a:solidFill>
              </a:defRPr>
            </a:lvl2pPr>
            <a:lvl3pPr algn="l">
              <a:defRPr sz="1200" b="1">
                <a:solidFill>
                  <a:srgbClr val="159D9A"/>
                </a:solidFill>
              </a:defRPr>
            </a:lvl3pPr>
            <a:lvl4pPr algn="l">
              <a:defRPr sz="1200" b="1">
                <a:solidFill>
                  <a:srgbClr val="159D9A"/>
                </a:solidFill>
              </a:defRPr>
            </a:lvl4pPr>
            <a:lvl5pPr algn="l">
              <a:defRPr sz="1200" b="1">
                <a:solidFill>
                  <a:srgbClr val="159D9A"/>
                </a:solidFill>
              </a:defRPr>
            </a:lvl5pPr>
            <a:lvl6pPr algn="l">
              <a:defRPr sz="1200" b="1">
                <a:solidFill>
                  <a:srgbClr val="159D9A"/>
                </a:solidFill>
              </a:defRPr>
            </a:lvl6pPr>
            <a:lvl7pPr algn="l">
              <a:defRPr sz="1200" b="1">
                <a:solidFill>
                  <a:srgbClr val="159D9A"/>
                </a:solidFill>
              </a:defRPr>
            </a:lvl7pPr>
            <a:lvl8pPr algn="l">
              <a:defRPr sz="1200" b="1">
                <a:solidFill>
                  <a:srgbClr val="159D9A"/>
                </a:solidFill>
              </a:defRPr>
            </a:lvl8pPr>
            <a:lvl9pPr algn="l">
              <a:defRPr sz="1200" b="1">
                <a:solidFill>
                  <a:srgbClr val="159D9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9D9A"/>
                </a:solidFill>
              </a:defRPr>
            </a:pPr>
            <a:r>
              <a:rPr sz="1200" b="1">
                <a:solidFill>
                  <a:srgbClr val="159D9A"/>
                </a:solidFill>
              </a:rPr>
              <a:t>PRODUCTION 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CCBE3-7D7F-4392-841C-EB9498D0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2B84B"/>
                </a:solidFill>
              </a:defRPr>
            </a:defPPr>
            <a:lvl1pPr algn="l">
              <a:defRPr sz="1050" b="1">
                <a:solidFill>
                  <a:srgbClr val="F2B84B"/>
                </a:solidFill>
              </a:defRPr>
            </a:lvl1pPr>
            <a:lvl2pPr algn="l">
              <a:defRPr sz="1050" b="1">
                <a:solidFill>
                  <a:srgbClr val="F2B84B"/>
                </a:solidFill>
              </a:defRPr>
            </a:lvl2pPr>
            <a:lvl3pPr algn="l">
              <a:defRPr sz="1050" b="1">
                <a:solidFill>
                  <a:srgbClr val="F2B84B"/>
                </a:solidFill>
              </a:defRPr>
            </a:lvl3pPr>
            <a:lvl4pPr algn="l">
              <a:defRPr sz="1050" b="1">
                <a:solidFill>
                  <a:srgbClr val="F2B84B"/>
                </a:solidFill>
              </a:defRPr>
            </a:lvl4pPr>
            <a:lvl5pPr algn="l">
              <a:defRPr sz="1050" b="1">
                <a:solidFill>
                  <a:srgbClr val="F2B84B"/>
                </a:solidFill>
              </a:defRPr>
            </a:lvl5pPr>
            <a:lvl6pPr algn="l">
              <a:defRPr sz="1050" b="1">
                <a:solidFill>
                  <a:srgbClr val="F2B84B"/>
                </a:solidFill>
              </a:defRPr>
            </a:lvl6pPr>
            <a:lvl7pPr algn="l">
              <a:defRPr sz="1050" b="1">
                <a:solidFill>
                  <a:srgbClr val="F2B84B"/>
                </a:solidFill>
              </a:defRPr>
            </a:lvl7pPr>
            <a:lvl8pPr algn="l">
              <a:defRPr sz="1050" b="1">
                <a:solidFill>
                  <a:srgbClr val="F2B84B"/>
                </a:solidFill>
              </a:defRPr>
            </a:lvl8pPr>
            <a:lvl9pPr algn="l">
              <a:defRPr sz="10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E40AA-0CF4-4415-BF1C-C90D275D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Approved smart-meter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59747-0160-4991-8FBE-87D86CF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38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2B84B"/>
                </a:solidFill>
              </a:defRPr>
            </a:defPPr>
            <a:lvl1pPr algn="l">
              <a:defRPr sz="1050" b="1">
                <a:solidFill>
                  <a:srgbClr val="F2B84B"/>
                </a:solidFill>
              </a:defRPr>
            </a:lvl1pPr>
            <a:lvl2pPr algn="l">
              <a:defRPr sz="1050" b="1">
                <a:solidFill>
                  <a:srgbClr val="F2B84B"/>
                </a:solidFill>
              </a:defRPr>
            </a:lvl2pPr>
            <a:lvl3pPr algn="l">
              <a:defRPr sz="1050" b="1">
                <a:solidFill>
                  <a:srgbClr val="F2B84B"/>
                </a:solidFill>
              </a:defRPr>
            </a:lvl3pPr>
            <a:lvl4pPr algn="l">
              <a:defRPr sz="1050" b="1">
                <a:solidFill>
                  <a:srgbClr val="F2B84B"/>
                </a:solidFill>
              </a:defRPr>
            </a:lvl4pPr>
            <a:lvl5pPr algn="l">
              <a:defRPr sz="1050" b="1">
                <a:solidFill>
                  <a:srgbClr val="F2B84B"/>
                </a:solidFill>
              </a:defRPr>
            </a:lvl5pPr>
            <a:lvl6pPr algn="l">
              <a:defRPr sz="1050" b="1">
                <a:solidFill>
                  <a:srgbClr val="F2B84B"/>
                </a:solidFill>
              </a:defRPr>
            </a:lvl6pPr>
            <a:lvl7pPr algn="l">
              <a:defRPr sz="1050" b="1">
                <a:solidFill>
                  <a:srgbClr val="F2B84B"/>
                </a:solidFill>
              </a:defRPr>
            </a:lvl7pPr>
            <a:lvl8pPr algn="l">
              <a:defRPr sz="1050" b="1">
                <a:solidFill>
                  <a:srgbClr val="F2B84B"/>
                </a:solidFill>
              </a:defRPr>
            </a:lvl8pPr>
            <a:lvl9pPr algn="l">
              <a:defRPr sz="10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FCD1B-23E4-4768-B2F7-F0CA6303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1940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</a:defRPr>
            </a:defPPr>
            <a:lvl1pPr algn="l">
              <a:defRPr sz="1350" b="0">
                <a:solidFill>
                  <a:srgbClr val="FFFFFF"/>
                </a:solidFill>
              </a:defRPr>
            </a:lvl1pPr>
            <a:lvl2pPr algn="l">
              <a:defRPr sz="1350" b="0">
                <a:solidFill>
                  <a:srgbClr val="FFFFFF"/>
                </a:solidFill>
              </a:defRPr>
            </a:lvl2pPr>
            <a:lvl3pPr algn="l">
              <a:defRPr sz="1350" b="0">
                <a:solidFill>
                  <a:srgbClr val="FFFFFF"/>
                </a:solidFill>
              </a:defRPr>
            </a:lvl3pPr>
            <a:lvl4pPr algn="l">
              <a:defRPr sz="1350" b="0">
                <a:solidFill>
                  <a:srgbClr val="FFFFFF"/>
                </a:solidFill>
              </a:defRPr>
            </a:lvl4pPr>
            <a:lvl5pPr algn="l">
              <a:defRPr sz="1350" b="0">
                <a:solidFill>
                  <a:srgbClr val="FFFFFF"/>
                </a:solidFill>
              </a:defRPr>
            </a:lvl5pPr>
            <a:lvl6pPr algn="l">
              <a:defRPr sz="1350" b="0">
                <a:solidFill>
                  <a:srgbClr val="FFFFFF"/>
                </a:solidFill>
              </a:defRPr>
            </a:lvl6pPr>
            <a:lvl7pPr algn="l">
              <a:defRPr sz="1350" b="0">
                <a:solidFill>
                  <a:srgbClr val="FFFFFF"/>
                </a:solidFill>
              </a:defRPr>
            </a:lvl7pPr>
            <a:lvl8pPr algn="l">
              <a:defRPr sz="1350" b="0">
                <a:solidFill>
                  <a:srgbClr val="FFFFFF"/>
                </a:solidFill>
              </a:defRPr>
            </a:lvl8pPr>
            <a:lvl9pPr algn="l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Live weather and occupancy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F06F5-7C15-402C-9347-C241E8DA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2B84B"/>
                </a:solidFill>
              </a:defRPr>
            </a:defPPr>
            <a:lvl1pPr algn="l">
              <a:defRPr sz="1050" b="1">
                <a:solidFill>
                  <a:srgbClr val="F2B84B"/>
                </a:solidFill>
              </a:defRPr>
            </a:lvl1pPr>
            <a:lvl2pPr algn="l">
              <a:defRPr sz="1050" b="1">
                <a:solidFill>
                  <a:srgbClr val="F2B84B"/>
                </a:solidFill>
              </a:defRPr>
            </a:lvl2pPr>
            <a:lvl3pPr algn="l">
              <a:defRPr sz="1050" b="1">
                <a:solidFill>
                  <a:srgbClr val="F2B84B"/>
                </a:solidFill>
              </a:defRPr>
            </a:lvl3pPr>
            <a:lvl4pPr algn="l">
              <a:defRPr sz="1050" b="1">
                <a:solidFill>
                  <a:srgbClr val="F2B84B"/>
                </a:solidFill>
              </a:defRPr>
            </a:lvl4pPr>
            <a:lvl5pPr algn="l">
              <a:defRPr sz="1050" b="1">
                <a:solidFill>
                  <a:srgbClr val="F2B84B"/>
                </a:solidFill>
              </a:defRPr>
            </a:lvl5pPr>
            <a:lvl6pPr algn="l">
              <a:defRPr sz="1050" b="1">
                <a:solidFill>
                  <a:srgbClr val="F2B84B"/>
                </a:solidFill>
              </a:defRPr>
            </a:lvl6pPr>
            <a:lvl7pPr algn="l">
              <a:defRPr sz="1050" b="1">
                <a:solidFill>
                  <a:srgbClr val="F2B84B"/>
                </a:solidFill>
              </a:defRPr>
            </a:lvl7pPr>
            <a:lvl8pPr algn="l">
              <a:defRPr sz="1050" b="1">
                <a:solidFill>
                  <a:srgbClr val="F2B84B"/>
                </a:solidFill>
              </a:defRPr>
            </a:lvl8pPr>
            <a:lvl9pPr algn="l">
              <a:defRPr sz="10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E220D-43D3-4E9F-87CF-ACE38246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</a:defRPr>
            </a:defPPr>
            <a:lvl1pPr algn="l">
              <a:defRPr sz="1350" b="0">
                <a:solidFill>
                  <a:srgbClr val="FFFFFF"/>
                </a:solidFill>
              </a:defRPr>
            </a:lvl1pPr>
            <a:lvl2pPr algn="l">
              <a:defRPr sz="1350" b="0">
                <a:solidFill>
                  <a:srgbClr val="FFFFFF"/>
                </a:solidFill>
              </a:defRPr>
            </a:lvl2pPr>
            <a:lvl3pPr algn="l">
              <a:defRPr sz="1350" b="0">
                <a:solidFill>
                  <a:srgbClr val="FFFFFF"/>
                </a:solidFill>
              </a:defRPr>
            </a:lvl3pPr>
            <a:lvl4pPr algn="l">
              <a:defRPr sz="1350" b="0">
                <a:solidFill>
                  <a:srgbClr val="FFFFFF"/>
                </a:solidFill>
              </a:defRPr>
            </a:lvl4pPr>
            <a:lvl5pPr algn="l">
              <a:defRPr sz="1350" b="0">
                <a:solidFill>
                  <a:srgbClr val="FFFFFF"/>
                </a:solidFill>
              </a:defRPr>
            </a:lvl5pPr>
            <a:lvl6pPr algn="l">
              <a:defRPr sz="1350" b="0">
                <a:solidFill>
                  <a:srgbClr val="FFFFFF"/>
                </a:solidFill>
              </a:defRPr>
            </a:lvl6pPr>
            <a:lvl7pPr algn="l">
              <a:defRPr sz="1350" b="0">
                <a:solidFill>
                  <a:srgbClr val="FFFFFF"/>
                </a:solidFill>
              </a:defRPr>
            </a:lvl7pPr>
            <a:lvl8pPr algn="l">
              <a:defRPr sz="1350" b="0">
                <a:solidFill>
                  <a:srgbClr val="FFFFFF"/>
                </a:solidFill>
              </a:defRPr>
            </a:lvl8pPr>
            <a:lvl9pPr algn="l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Multiple buildings and drift monitoring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A11D9D-B873-4A79-B3A7-D41BC9C7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2B84B"/>
                </a:solidFill>
              </a:defRPr>
            </a:defPPr>
            <a:lvl1pPr algn="l">
              <a:defRPr sz="1050" b="1">
                <a:solidFill>
                  <a:srgbClr val="F2B84B"/>
                </a:solidFill>
              </a:defRPr>
            </a:lvl1pPr>
            <a:lvl2pPr algn="l">
              <a:defRPr sz="1050" b="1">
                <a:solidFill>
                  <a:srgbClr val="F2B84B"/>
                </a:solidFill>
              </a:defRPr>
            </a:lvl2pPr>
            <a:lvl3pPr algn="l">
              <a:defRPr sz="1050" b="1">
                <a:solidFill>
                  <a:srgbClr val="F2B84B"/>
                </a:solidFill>
              </a:defRPr>
            </a:lvl3pPr>
            <a:lvl4pPr algn="l">
              <a:defRPr sz="1050" b="1">
                <a:solidFill>
                  <a:srgbClr val="F2B84B"/>
                </a:solidFill>
              </a:defRPr>
            </a:lvl4pPr>
            <a:lvl5pPr algn="l">
              <a:defRPr sz="1050" b="1">
                <a:solidFill>
                  <a:srgbClr val="F2B84B"/>
                </a:solidFill>
              </a:defRPr>
            </a:lvl5pPr>
            <a:lvl6pPr algn="l">
              <a:defRPr sz="1050" b="1">
                <a:solidFill>
                  <a:srgbClr val="F2B84B"/>
                </a:solidFill>
              </a:defRPr>
            </a:lvl6pPr>
            <a:lvl7pPr algn="l">
              <a:defRPr sz="1050" b="1">
                <a:solidFill>
                  <a:srgbClr val="F2B84B"/>
                </a:solidFill>
              </a:defRPr>
            </a:lvl7pPr>
            <a:lvl8pPr algn="l">
              <a:defRPr sz="1050" b="1">
                <a:solidFill>
                  <a:srgbClr val="F2B84B"/>
                </a:solidFill>
              </a:defRPr>
            </a:lvl8pPr>
            <a:lvl9pPr algn="l">
              <a:defRPr sz="10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BD0DCD-1286-4C08-A966-1861160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4810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</a:defRPr>
            </a:defPPr>
            <a:lvl1pPr algn="l">
              <a:defRPr sz="1350" b="0">
                <a:solidFill>
                  <a:srgbClr val="FFFFFF"/>
                </a:solidFill>
              </a:defRPr>
            </a:lvl1pPr>
            <a:lvl2pPr algn="l">
              <a:defRPr sz="1350" b="0">
                <a:solidFill>
                  <a:srgbClr val="FFFFFF"/>
                </a:solidFill>
              </a:defRPr>
            </a:lvl2pPr>
            <a:lvl3pPr algn="l">
              <a:defRPr sz="1350" b="0">
                <a:solidFill>
                  <a:srgbClr val="FFFFFF"/>
                </a:solidFill>
              </a:defRPr>
            </a:lvl3pPr>
            <a:lvl4pPr algn="l">
              <a:defRPr sz="1350" b="0">
                <a:solidFill>
                  <a:srgbClr val="FFFFFF"/>
                </a:solidFill>
              </a:defRPr>
            </a:lvl4pPr>
            <a:lvl5pPr algn="l">
              <a:defRPr sz="1350" b="0">
                <a:solidFill>
                  <a:srgbClr val="FFFFFF"/>
                </a:solidFill>
              </a:defRPr>
            </a:lvl5pPr>
            <a:lvl6pPr algn="l">
              <a:defRPr sz="1350" b="0">
                <a:solidFill>
                  <a:srgbClr val="FFFFFF"/>
                </a:solidFill>
              </a:defRPr>
            </a:lvl6pPr>
            <a:lvl7pPr algn="l">
              <a:defRPr sz="1350" b="0">
                <a:solidFill>
                  <a:srgbClr val="FFFFFF"/>
                </a:solidFill>
              </a:defRPr>
            </a:lvl7pPr>
            <a:lvl8pPr algn="l">
              <a:defRPr sz="1350" b="0">
                <a:solidFill>
                  <a:srgbClr val="FFFFFF"/>
                </a:solidFill>
              </a:defRPr>
            </a:lvl8pPr>
            <a:lvl9pPr algn="l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Longer horizons and uncertainty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986C7-0EEE-44FC-9AD8-16851538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2B84B"/>
                </a:solidFill>
              </a:defRPr>
            </a:defPPr>
            <a:lvl1pPr algn="l">
              <a:defRPr sz="1050" b="1">
                <a:solidFill>
                  <a:srgbClr val="F2B84B"/>
                </a:solidFill>
              </a:defRPr>
            </a:lvl1pPr>
            <a:lvl2pPr algn="l">
              <a:defRPr sz="1050" b="1">
                <a:solidFill>
                  <a:srgbClr val="F2B84B"/>
                </a:solidFill>
              </a:defRPr>
            </a:lvl2pPr>
            <a:lvl3pPr algn="l">
              <a:defRPr sz="1050" b="1">
                <a:solidFill>
                  <a:srgbClr val="F2B84B"/>
                </a:solidFill>
              </a:defRPr>
            </a:lvl3pPr>
            <a:lvl4pPr algn="l">
              <a:defRPr sz="1050" b="1">
                <a:solidFill>
                  <a:srgbClr val="F2B84B"/>
                </a:solidFill>
              </a:defRPr>
            </a:lvl4pPr>
            <a:lvl5pPr algn="l">
              <a:defRPr sz="1050" b="1">
                <a:solidFill>
                  <a:srgbClr val="F2B84B"/>
                </a:solidFill>
              </a:defRPr>
            </a:lvl5pPr>
            <a:lvl6pPr algn="l">
              <a:defRPr sz="1050" b="1">
                <a:solidFill>
                  <a:srgbClr val="F2B84B"/>
                </a:solidFill>
              </a:defRPr>
            </a:lvl6pPr>
            <a:lvl7pPr algn="l">
              <a:defRPr sz="1050" b="1">
                <a:solidFill>
                  <a:srgbClr val="F2B84B"/>
                </a:solidFill>
              </a:defRPr>
            </a:lvl7pPr>
            <a:lvl8pPr algn="l">
              <a:defRPr sz="1050" b="1">
                <a:solidFill>
                  <a:srgbClr val="F2B84B"/>
                </a:solidFill>
              </a:defRPr>
            </a:lvl8pPr>
            <a:lvl9pPr algn="l">
              <a:defRPr sz="10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E16309-1BEF-463F-A87D-70ADDA5A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</a:defRPr>
            </a:defPPr>
            <a:lvl1pPr algn="l">
              <a:defRPr sz="1350" b="0">
                <a:solidFill>
                  <a:srgbClr val="FFFFFF"/>
                </a:solidFill>
              </a:defRPr>
            </a:lvl1pPr>
            <a:lvl2pPr algn="l">
              <a:defRPr sz="1350" b="0">
                <a:solidFill>
                  <a:srgbClr val="FFFFFF"/>
                </a:solidFill>
              </a:defRPr>
            </a:lvl2pPr>
            <a:lvl3pPr algn="l">
              <a:defRPr sz="1350" b="0">
                <a:solidFill>
                  <a:srgbClr val="FFFFFF"/>
                </a:solidFill>
              </a:defRPr>
            </a:lvl3pPr>
            <a:lvl4pPr algn="l">
              <a:defRPr sz="1350" b="0">
                <a:solidFill>
                  <a:srgbClr val="FFFFFF"/>
                </a:solidFill>
              </a:defRPr>
            </a:lvl4pPr>
            <a:lvl5pPr algn="l">
              <a:defRPr sz="1350" b="0">
                <a:solidFill>
                  <a:srgbClr val="FFFFFF"/>
                </a:solidFill>
              </a:defRPr>
            </a:lvl5pPr>
            <a:lvl6pPr algn="l">
              <a:defRPr sz="1350" b="0">
                <a:solidFill>
                  <a:srgbClr val="FFFFFF"/>
                </a:solidFill>
              </a:defRPr>
            </a:lvl6pPr>
            <a:lvl7pPr algn="l">
              <a:defRPr sz="1350" b="0">
                <a:solidFill>
                  <a:srgbClr val="FFFFFF"/>
                </a:solidFill>
              </a:defRPr>
            </a:lvl7pPr>
            <a:lvl8pPr algn="l">
              <a:defRPr sz="1350" b="0">
                <a:solidFill>
                  <a:srgbClr val="FFFFFF"/>
                </a:solidFill>
              </a:defRPr>
            </a:lvl8pPr>
            <a:lvl9pPr algn="l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Human-approved BMS integration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0C50D4-6A86-4D39-BB58-C585737A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102A43"/>
                </a:solidFill>
              </a:defRPr>
            </a:defPPr>
            <a:lvl1pPr algn="ctr">
              <a:defRPr sz="1950" b="1">
                <a:solidFill>
                  <a:srgbClr val="102A43"/>
                </a:solidFill>
              </a:defRPr>
            </a:lvl1pPr>
            <a:lvl2pPr algn="ctr">
              <a:defRPr sz="1950" b="1">
                <a:solidFill>
                  <a:srgbClr val="102A43"/>
                </a:solidFill>
              </a:defRPr>
            </a:lvl2pPr>
            <a:lvl3pPr algn="ctr">
              <a:defRPr sz="1950" b="1">
                <a:solidFill>
                  <a:srgbClr val="102A43"/>
                </a:solidFill>
              </a:defRPr>
            </a:lvl3pPr>
            <a:lvl4pPr algn="ctr">
              <a:defRPr sz="1950" b="1">
                <a:solidFill>
                  <a:srgbClr val="102A43"/>
                </a:solidFill>
              </a:defRPr>
            </a:lvl4pPr>
            <a:lvl5pPr algn="ctr">
              <a:defRPr sz="1950" b="1">
                <a:solidFill>
                  <a:srgbClr val="102A43"/>
                </a:solidFill>
              </a:defRPr>
            </a:lvl5pPr>
            <a:lvl6pPr algn="ctr">
              <a:defRPr sz="1950" b="1">
                <a:solidFill>
                  <a:srgbClr val="102A43"/>
                </a:solidFill>
              </a:defRPr>
            </a:lvl6pPr>
            <a:lvl7pPr algn="ctr">
              <a:defRPr sz="1950" b="1">
                <a:solidFill>
                  <a:srgbClr val="102A43"/>
                </a:solidFill>
              </a:defRPr>
            </a:lvl7pPr>
            <a:lvl8pPr algn="ctr">
              <a:defRPr sz="1950" b="1">
                <a:solidFill>
                  <a:srgbClr val="102A43"/>
                </a:solidFill>
              </a:defRPr>
            </a:lvl8pPr>
            <a:lvl9pPr algn="ctr">
              <a:defRPr sz="19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Forecast demand. Detect peaks. Support smarter energy decisions.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89C23-1840-4DA5-A8AA-2AD7514E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5790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52616B"/>
                </a:solidFill>
              </a:defRPr>
            </a:defPPr>
            <a:lvl1pPr algn="ctr">
              <a:defRPr sz="1275" b="0">
                <a:solidFill>
                  <a:srgbClr val="52616B"/>
                </a:solidFill>
              </a:defRPr>
            </a:lvl1pPr>
            <a:lvl2pPr algn="ctr">
              <a:defRPr sz="1275" b="0">
                <a:solidFill>
                  <a:srgbClr val="52616B"/>
                </a:solidFill>
              </a:defRPr>
            </a:lvl2pPr>
            <a:lvl3pPr algn="ctr">
              <a:defRPr sz="1275" b="0">
                <a:solidFill>
                  <a:srgbClr val="52616B"/>
                </a:solidFill>
              </a:defRPr>
            </a:lvl3pPr>
            <a:lvl4pPr algn="ctr">
              <a:defRPr sz="1275" b="0">
                <a:solidFill>
                  <a:srgbClr val="52616B"/>
                </a:solidFill>
              </a:defRPr>
            </a:lvl4pPr>
            <a:lvl5pPr algn="ctr">
              <a:defRPr sz="1275" b="0">
                <a:solidFill>
                  <a:srgbClr val="52616B"/>
                </a:solidFill>
              </a:defRPr>
            </a:lvl5pPr>
            <a:lvl6pPr algn="ctr">
              <a:defRPr sz="1275" b="0">
                <a:solidFill>
                  <a:srgbClr val="52616B"/>
                </a:solidFill>
              </a:defRPr>
            </a:lvl6pPr>
            <a:lvl7pPr algn="ctr">
              <a:defRPr sz="1275" b="0">
                <a:solidFill>
                  <a:srgbClr val="52616B"/>
                </a:solidFill>
              </a:defRPr>
            </a:lvl7pPr>
            <a:lvl8pPr algn="ctr">
              <a:defRPr sz="1275" b="0">
                <a:solidFill>
                  <a:srgbClr val="52616B"/>
                </a:solidFill>
              </a:defRPr>
            </a:lvl8pPr>
            <a:lvl9pPr algn="ctr"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CampusEnergy AI keeps the final decision with the facility manager.</a:t>
            </a:r>
          </a:p>
        </p:txBody>
      </p:sp>
    </p:spTree>
    <p:extLst>
      <p:ext uri="{BB962C8B-B14F-4D97-AF65-F5344CB8AC3E}">
        <p14:creationId xmlns:p14="http://schemas.microsoft.com/office/powerpoint/2010/main" val="1247645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2026-10-24T18:02:45.6410000Z</dcterms:created>
  <dcterms:modified xsi:type="dcterms:W3CDTF">2026-10-24T18:02:45.6410000Z</dcterms:modified>
</coreProperties>
</file>